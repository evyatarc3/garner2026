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62" r:id="rId2"/>
    <p:sldId id="258" r:id="rId3"/>
    <p:sldId id="260" r:id="rId4"/>
    <p:sldId id="261" r:id="rId5"/>
    <p:sldId id="286" r:id="rId6"/>
    <p:sldId id="259" r:id="rId7"/>
    <p:sldId id="287" r:id="rId8"/>
    <p:sldId id="290" r:id="rId9"/>
    <p:sldId id="294" r:id="rId10"/>
    <p:sldId id="291" r:id="rId11"/>
    <p:sldId id="267" r:id="rId12"/>
    <p:sldId id="264" r:id="rId13"/>
    <p:sldId id="265" r:id="rId14"/>
    <p:sldId id="266" r:id="rId15"/>
    <p:sldId id="276" r:id="rId16"/>
    <p:sldId id="277" r:id="rId17"/>
    <p:sldId id="270" r:id="rId18"/>
    <p:sldId id="279" r:id="rId19"/>
    <p:sldId id="288" r:id="rId20"/>
    <p:sldId id="283" r:id="rId21"/>
    <p:sldId id="268" r:id="rId22"/>
    <p:sldId id="269" r:id="rId23"/>
    <p:sldId id="280" r:id="rId24"/>
    <p:sldId id="289" r:id="rId25"/>
    <p:sldId id="296" r:id="rId26"/>
    <p:sldId id="271" r:id="rId27"/>
    <p:sldId id="273" r:id="rId28"/>
    <p:sldId id="272" r:id="rId29"/>
    <p:sldId id="27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1E41F-93EC-3AFB-A7C9-1F31E982B5DB}" name="yaniv mama" initials="ym" userId="2cad5163af89e8b2" providerId="Windows Live"/>
  <p188:author id="{791DAC67-50CA-19FE-4858-7CB93A49794C}" name="אביתר כהן" initials="אכ" userId="48c0d3aa189631b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סגנון בהיר 3 - הדגשה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סגנון בהיר 1 - הדגשה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77"/>
    <p:restoredTop sz="95581"/>
  </p:normalViewPr>
  <p:slideViewPr>
    <p:cSldViewPr snapToGrid="0" snapToObjects="1">
      <p:cViewPr varScale="1">
        <p:scale>
          <a:sx n="134" d="100"/>
          <a:sy n="134" d="100"/>
        </p:scale>
        <p:origin x="192" y="176"/>
      </p:cViewPr>
      <p:guideLst/>
    </p:cSldViewPr>
  </p:slideViewPr>
  <p:outlineViewPr>
    <p:cViewPr>
      <p:scale>
        <a:sx n="33" d="100"/>
        <a:sy n="33" d="100"/>
      </p:scale>
      <p:origin x="0" y="-122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1F627-67B1-4595-8EB3-27EA24DEA16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486C594-1268-46BA-943D-1EC8B3EDB70B}">
      <dgm:prSet/>
      <dgm:spPr/>
      <dgm:t>
        <a:bodyPr/>
        <a:lstStyle/>
        <a:p>
          <a:r>
            <a:rPr lang="en-US" dirty="0"/>
            <a:t>Henning's Prism (1916)</a:t>
          </a:r>
        </a:p>
      </dgm:t>
    </dgm:pt>
    <dgm:pt modelId="{620A6188-B2E9-4EED-A2D7-738EB71DC8DE}" type="parTrans" cxnId="{64A17804-61C7-4C02-BEC3-0D24F44A5A6C}">
      <dgm:prSet/>
      <dgm:spPr/>
      <dgm:t>
        <a:bodyPr/>
        <a:lstStyle/>
        <a:p>
          <a:endParaRPr lang="en-US"/>
        </a:p>
      </dgm:t>
    </dgm:pt>
    <dgm:pt modelId="{62F97D0D-CE8E-404E-83C6-BF52FDDC7C89}" type="sibTrans" cxnId="{64A17804-61C7-4C02-BEC3-0D24F44A5A6C}">
      <dgm:prSet/>
      <dgm:spPr/>
      <dgm:t>
        <a:bodyPr/>
        <a:lstStyle/>
        <a:p>
          <a:endParaRPr lang="en-US"/>
        </a:p>
      </dgm:t>
    </dgm:pt>
    <dgm:pt modelId="{3B7AFE42-0F8C-4F8A-8ECF-9890A0945237}">
      <dgm:prSet/>
      <dgm:spPr/>
      <dgm:t>
        <a:bodyPr/>
        <a:lstStyle/>
        <a:p>
          <a:r>
            <a:rPr lang="en-US"/>
            <a:t>Six primary odors: floral, fruity, resinous, spicy, burnt, putrid</a:t>
          </a:r>
        </a:p>
      </dgm:t>
    </dgm:pt>
    <dgm:pt modelId="{75352499-7379-4A62-A126-F9355F160A78}" type="parTrans" cxnId="{57222566-4CE3-4469-9D66-2CA14D2D0A17}">
      <dgm:prSet/>
      <dgm:spPr/>
      <dgm:t>
        <a:bodyPr/>
        <a:lstStyle/>
        <a:p>
          <a:endParaRPr lang="en-US"/>
        </a:p>
      </dgm:t>
    </dgm:pt>
    <dgm:pt modelId="{01410E5F-35DB-4B40-B945-73DA8C218CB5}" type="sibTrans" cxnId="{57222566-4CE3-4469-9D66-2CA14D2D0A17}">
      <dgm:prSet/>
      <dgm:spPr/>
      <dgm:t>
        <a:bodyPr/>
        <a:lstStyle/>
        <a:p>
          <a:endParaRPr lang="en-US"/>
        </a:p>
      </dgm:t>
    </dgm:pt>
    <dgm:pt modelId="{A911F9D0-5CAA-4C83-B0DE-63C66982B625}">
      <dgm:prSet/>
      <dgm:spPr/>
      <dgm:t>
        <a:bodyPr/>
        <a:lstStyle/>
        <a:p>
          <a:r>
            <a:rPr lang="en-US"/>
            <a:t>Odors as points within triangular prism structure</a:t>
          </a:r>
        </a:p>
      </dgm:t>
    </dgm:pt>
    <dgm:pt modelId="{B51C3B84-088A-43F1-B599-8793350A6E0D}" type="parTrans" cxnId="{E7A1B216-CA0F-49D0-BAE4-07A294D9D8AB}">
      <dgm:prSet/>
      <dgm:spPr/>
      <dgm:t>
        <a:bodyPr/>
        <a:lstStyle/>
        <a:p>
          <a:endParaRPr lang="en-US"/>
        </a:p>
      </dgm:t>
    </dgm:pt>
    <dgm:pt modelId="{3B5795FD-8943-46C4-AAFC-07EF74E32C49}" type="sibTrans" cxnId="{E7A1B216-CA0F-49D0-BAE4-07A294D9D8AB}">
      <dgm:prSet/>
      <dgm:spPr/>
      <dgm:t>
        <a:bodyPr/>
        <a:lstStyle/>
        <a:p>
          <a:endParaRPr lang="en-US"/>
        </a:p>
      </dgm:t>
    </dgm:pt>
    <dgm:pt modelId="{C85A0FC7-2938-4234-81AF-FA0BF48174D1}">
      <dgm:prSet/>
      <dgm:spPr/>
      <dgm:t>
        <a:bodyPr/>
        <a:lstStyle/>
        <a:p>
          <a:r>
            <a:rPr lang="en-US" dirty="0"/>
            <a:t>Schiffman &amp; Erickson (1971)</a:t>
          </a:r>
        </a:p>
      </dgm:t>
    </dgm:pt>
    <dgm:pt modelId="{F85F4C53-ED64-4F49-84B6-78A4F4EE3C7A}" type="parTrans" cxnId="{D0A6E840-A9A1-476C-9560-E6218EFC34BC}">
      <dgm:prSet/>
      <dgm:spPr/>
      <dgm:t>
        <a:bodyPr/>
        <a:lstStyle/>
        <a:p>
          <a:endParaRPr lang="en-US"/>
        </a:p>
      </dgm:t>
    </dgm:pt>
    <dgm:pt modelId="{242FD8FC-DA84-44E3-AF11-D4DB6186A362}" type="sibTrans" cxnId="{D0A6E840-A9A1-476C-9560-E6218EFC34BC}">
      <dgm:prSet/>
      <dgm:spPr/>
      <dgm:t>
        <a:bodyPr/>
        <a:lstStyle/>
        <a:p>
          <a:endParaRPr lang="en-US"/>
        </a:p>
      </dgm:t>
    </dgm:pt>
    <dgm:pt modelId="{705E99DF-1124-4CB4-A182-B37771E8F760}">
      <dgm:prSet/>
      <dgm:spPr/>
      <dgm:t>
        <a:bodyPr/>
        <a:lstStyle/>
        <a:p>
          <a:r>
            <a:rPr lang="en-US" dirty="0"/>
            <a:t>Three-dimensional </a:t>
          </a:r>
          <a:r>
            <a:rPr lang="en-US" b="1" dirty="0"/>
            <a:t>taste</a:t>
          </a:r>
          <a:r>
            <a:rPr lang="en-US" dirty="0"/>
            <a:t> model using multidimensional scaling</a:t>
          </a:r>
        </a:p>
      </dgm:t>
    </dgm:pt>
    <dgm:pt modelId="{065A87A9-64F4-4B6C-A74A-7EFF6AFDBBE3}" type="parTrans" cxnId="{2D5219AE-2B59-4803-BEEC-99BA8AF1683B}">
      <dgm:prSet/>
      <dgm:spPr/>
      <dgm:t>
        <a:bodyPr/>
        <a:lstStyle/>
        <a:p>
          <a:endParaRPr lang="en-US"/>
        </a:p>
      </dgm:t>
    </dgm:pt>
    <dgm:pt modelId="{81633622-CCC0-4D0C-B30B-B4201A773105}" type="sibTrans" cxnId="{2D5219AE-2B59-4803-BEEC-99BA8AF1683B}">
      <dgm:prSet/>
      <dgm:spPr/>
      <dgm:t>
        <a:bodyPr/>
        <a:lstStyle/>
        <a:p>
          <a:endParaRPr lang="en-US"/>
        </a:p>
      </dgm:t>
    </dgm:pt>
    <dgm:pt modelId="{79CBBEA3-C11D-41A0-A541-A5F0AD4D6E05}">
      <dgm:prSet/>
      <dgm:spPr/>
      <dgm:t>
        <a:bodyPr/>
        <a:lstStyle/>
        <a:p>
          <a:r>
            <a:rPr lang="en-US" dirty="0"/>
            <a:t>Incorporated molecular weight, pH deviation, hedonic ratings</a:t>
          </a:r>
          <a:endParaRPr lang="he-IL" dirty="0"/>
        </a:p>
      </dgm:t>
    </dgm:pt>
    <dgm:pt modelId="{B180071F-AFA7-4378-A9CA-4A358EDAF912}" type="parTrans" cxnId="{C6DE26F7-4353-4F4C-BA1A-5662BF99246C}">
      <dgm:prSet/>
      <dgm:spPr/>
      <dgm:t>
        <a:bodyPr/>
        <a:lstStyle/>
        <a:p>
          <a:endParaRPr lang="en-US"/>
        </a:p>
      </dgm:t>
    </dgm:pt>
    <dgm:pt modelId="{460EC646-2B1C-46AD-BC95-5644EACCDA6B}" type="sibTrans" cxnId="{C6DE26F7-4353-4F4C-BA1A-5662BF99246C}">
      <dgm:prSet/>
      <dgm:spPr/>
      <dgm:t>
        <a:bodyPr/>
        <a:lstStyle/>
        <a:p>
          <a:endParaRPr lang="en-US"/>
        </a:p>
      </dgm:t>
    </dgm:pt>
    <dgm:pt modelId="{3365302B-301F-6645-B298-5E1F3BF2823E}">
      <dgm:prSet/>
      <dgm:spPr/>
      <dgm:t>
        <a:bodyPr/>
        <a:lstStyle/>
        <a:p>
          <a:pPr rtl="1"/>
          <a:r>
            <a:rPr lang="en-US" dirty="0"/>
            <a:t>Schiffman (1974)</a:t>
          </a:r>
          <a:endParaRPr lang="he-IL" dirty="0"/>
        </a:p>
      </dgm:t>
    </dgm:pt>
    <dgm:pt modelId="{92723E83-EB26-024C-82A0-B1FDDE689900}" type="parTrans" cxnId="{3AB7D990-8ADF-B548-AB8C-BD28351D6FA0}">
      <dgm:prSet/>
      <dgm:spPr/>
      <dgm:t>
        <a:bodyPr/>
        <a:lstStyle/>
        <a:p>
          <a:pPr rtl="1"/>
          <a:endParaRPr lang="he-IL"/>
        </a:p>
      </dgm:t>
    </dgm:pt>
    <dgm:pt modelId="{49CD0663-8F00-E34E-9130-272A525E2F75}" type="sibTrans" cxnId="{3AB7D990-8ADF-B548-AB8C-BD28351D6FA0}">
      <dgm:prSet/>
      <dgm:spPr/>
      <dgm:t>
        <a:bodyPr/>
        <a:lstStyle/>
        <a:p>
          <a:pPr rtl="1"/>
          <a:endParaRPr lang="he-IL"/>
        </a:p>
      </dgm:t>
    </dgm:pt>
    <dgm:pt modelId="{CCDA87EE-CBBB-044A-A6D4-8133A189C542}">
      <dgm:prSet/>
      <dgm:spPr/>
      <dgm:t>
        <a:bodyPr/>
        <a:lstStyle/>
        <a:p>
          <a:pPr rtl="0">
            <a:buNone/>
          </a:pPr>
          <a:r>
            <a:rPr lang="en-US" dirty="0"/>
            <a:t>Two-dimensional </a:t>
          </a:r>
          <a:r>
            <a:rPr lang="en-US" b="1" dirty="0"/>
            <a:t>smell</a:t>
          </a:r>
          <a:r>
            <a:rPr lang="en-US" dirty="0"/>
            <a:t> model centered on pleasantness and sharpness</a:t>
          </a:r>
          <a:endParaRPr lang="he-IL" dirty="0"/>
        </a:p>
      </dgm:t>
    </dgm:pt>
    <dgm:pt modelId="{461C916E-AB6F-5F41-900D-9E4E16263939}" type="parTrans" cxnId="{40DBCBD8-CA4C-A14C-BA4E-E999CE81E615}">
      <dgm:prSet/>
      <dgm:spPr/>
      <dgm:t>
        <a:bodyPr/>
        <a:lstStyle/>
        <a:p>
          <a:pPr rtl="1"/>
          <a:endParaRPr lang="he-IL"/>
        </a:p>
      </dgm:t>
    </dgm:pt>
    <dgm:pt modelId="{C35E67EB-9448-E242-9B8A-5A0469A7B401}" type="sibTrans" cxnId="{40DBCBD8-CA4C-A14C-BA4E-E999CE81E615}">
      <dgm:prSet/>
      <dgm:spPr/>
      <dgm:t>
        <a:bodyPr/>
        <a:lstStyle/>
        <a:p>
          <a:pPr rtl="1"/>
          <a:endParaRPr lang="he-IL"/>
        </a:p>
      </dgm:t>
    </dgm:pt>
    <dgm:pt modelId="{A76AA099-E322-1B45-B21E-BA5A60C6118A}" type="pres">
      <dgm:prSet presAssocID="{7A91F627-67B1-4595-8EB3-27EA24DEA165}" presName="vert0" presStyleCnt="0">
        <dgm:presLayoutVars>
          <dgm:dir/>
          <dgm:animOne val="branch"/>
          <dgm:animLvl val="lvl"/>
        </dgm:presLayoutVars>
      </dgm:prSet>
      <dgm:spPr/>
    </dgm:pt>
    <dgm:pt modelId="{6A94DBDD-E252-B941-B554-87F86F27404C}" type="pres">
      <dgm:prSet presAssocID="{B486C594-1268-46BA-943D-1EC8B3EDB70B}" presName="thickLine" presStyleLbl="alignNode1" presStyleIdx="0" presStyleCnt="3"/>
      <dgm:spPr/>
    </dgm:pt>
    <dgm:pt modelId="{F9442A55-DBD1-B145-A15F-BF76ECA564D5}" type="pres">
      <dgm:prSet presAssocID="{B486C594-1268-46BA-943D-1EC8B3EDB70B}" presName="horz1" presStyleCnt="0"/>
      <dgm:spPr/>
    </dgm:pt>
    <dgm:pt modelId="{B467E3C3-9D59-5A43-BA0B-76A1E03A170F}" type="pres">
      <dgm:prSet presAssocID="{B486C594-1268-46BA-943D-1EC8B3EDB70B}" presName="tx1" presStyleLbl="revTx" presStyleIdx="0" presStyleCnt="8"/>
      <dgm:spPr/>
    </dgm:pt>
    <dgm:pt modelId="{AE69BF62-09B8-3C46-880C-8E7DF3B79028}" type="pres">
      <dgm:prSet presAssocID="{B486C594-1268-46BA-943D-1EC8B3EDB70B}" presName="vert1" presStyleCnt="0"/>
      <dgm:spPr/>
    </dgm:pt>
    <dgm:pt modelId="{C4C61ABD-50C6-1545-AAEC-522753B5427E}" type="pres">
      <dgm:prSet presAssocID="{3B7AFE42-0F8C-4F8A-8ECF-9890A0945237}" presName="vertSpace2a" presStyleCnt="0"/>
      <dgm:spPr/>
    </dgm:pt>
    <dgm:pt modelId="{0FA3D19C-070D-3A40-84C1-02581C83F293}" type="pres">
      <dgm:prSet presAssocID="{3B7AFE42-0F8C-4F8A-8ECF-9890A0945237}" presName="horz2" presStyleCnt="0"/>
      <dgm:spPr/>
    </dgm:pt>
    <dgm:pt modelId="{2CE77A98-3CE4-0844-BC92-A9230073FE9B}" type="pres">
      <dgm:prSet presAssocID="{3B7AFE42-0F8C-4F8A-8ECF-9890A0945237}" presName="horzSpace2" presStyleCnt="0"/>
      <dgm:spPr/>
    </dgm:pt>
    <dgm:pt modelId="{F7544BF6-5323-2644-B60A-44AD2C9E8C86}" type="pres">
      <dgm:prSet presAssocID="{3B7AFE42-0F8C-4F8A-8ECF-9890A0945237}" presName="tx2" presStyleLbl="revTx" presStyleIdx="1" presStyleCnt="8"/>
      <dgm:spPr/>
    </dgm:pt>
    <dgm:pt modelId="{1D90AE2C-8B2F-9841-8FAF-40B5555CFE4C}" type="pres">
      <dgm:prSet presAssocID="{3B7AFE42-0F8C-4F8A-8ECF-9890A0945237}" presName="vert2" presStyleCnt="0"/>
      <dgm:spPr/>
    </dgm:pt>
    <dgm:pt modelId="{AB8995BD-EF6E-F142-AA43-182141B24292}" type="pres">
      <dgm:prSet presAssocID="{3B7AFE42-0F8C-4F8A-8ECF-9890A0945237}" presName="thinLine2b" presStyleLbl="callout" presStyleIdx="0" presStyleCnt="5"/>
      <dgm:spPr/>
    </dgm:pt>
    <dgm:pt modelId="{4950E7F4-2586-7F4E-B08E-88ACBC726E24}" type="pres">
      <dgm:prSet presAssocID="{3B7AFE42-0F8C-4F8A-8ECF-9890A0945237}" presName="vertSpace2b" presStyleCnt="0"/>
      <dgm:spPr/>
    </dgm:pt>
    <dgm:pt modelId="{5F08E31F-6FB0-E243-8D24-CAEFBE151E6F}" type="pres">
      <dgm:prSet presAssocID="{A911F9D0-5CAA-4C83-B0DE-63C66982B625}" presName="horz2" presStyleCnt="0"/>
      <dgm:spPr/>
    </dgm:pt>
    <dgm:pt modelId="{7F583BE7-5688-F142-B51E-4C4E994E1330}" type="pres">
      <dgm:prSet presAssocID="{A911F9D0-5CAA-4C83-B0DE-63C66982B625}" presName="horzSpace2" presStyleCnt="0"/>
      <dgm:spPr/>
    </dgm:pt>
    <dgm:pt modelId="{31076224-1456-314C-8C75-582873950174}" type="pres">
      <dgm:prSet presAssocID="{A911F9D0-5CAA-4C83-B0DE-63C66982B625}" presName="tx2" presStyleLbl="revTx" presStyleIdx="2" presStyleCnt="8"/>
      <dgm:spPr/>
    </dgm:pt>
    <dgm:pt modelId="{FD8C3A33-7543-3848-B067-D9377F4DB3F3}" type="pres">
      <dgm:prSet presAssocID="{A911F9D0-5CAA-4C83-B0DE-63C66982B625}" presName="vert2" presStyleCnt="0"/>
      <dgm:spPr/>
    </dgm:pt>
    <dgm:pt modelId="{CB2B0686-9FFD-F743-9479-F45A2122C895}" type="pres">
      <dgm:prSet presAssocID="{A911F9D0-5CAA-4C83-B0DE-63C66982B625}" presName="thinLine2b" presStyleLbl="callout" presStyleIdx="1" presStyleCnt="5"/>
      <dgm:spPr/>
    </dgm:pt>
    <dgm:pt modelId="{8A2CDC87-A7B5-5F4D-B5C1-ABAA178AB27D}" type="pres">
      <dgm:prSet presAssocID="{A911F9D0-5CAA-4C83-B0DE-63C66982B625}" presName="vertSpace2b" presStyleCnt="0"/>
      <dgm:spPr/>
    </dgm:pt>
    <dgm:pt modelId="{5F892484-97E3-A743-A4A0-C430BDC17473}" type="pres">
      <dgm:prSet presAssocID="{C85A0FC7-2938-4234-81AF-FA0BF48174D1}" presName="thickLine" presStyleLbl="alignNode1" presStyleIdx="1" presStyleCnt="3"/>
      <dgm:spPr/>
    </dgm:pt>
    <dgm:pt modelId="{6083A57A-E673-3D4E-82B5-CD52C614CDA1}" type="pres">
      <dgm:prSet presAssocID="{C85A0FC7-2938-4234-81AF-FA0BF48174D1}" presName="horz1" presStyleCnt="0"/>
      <dgm:spPr/>
    </dgm:pt>
    <dgm:pt modelId="{F51602D2-8371-B04B-8EE4-F2DAE4B124AB}" type="pres">
      <dgm:prSet presAssocID="{C85A0FC7-2938-4234-81AF-FA0BF48174D1}" presName="tx1" presStyleLbl="revTx" presStyleIdx="3" presStyleCnt="8"/>
      <dgm:spPr/>
    </dgm:pt>
    <dgm:pt modelId="{135B50A7-AD1B-384D-B6AE-36FEEB4513D6}" type="pres">
      <dgm:prSet presAssocID="{C85A0FC7-2938-4234-81AF-FA0BF48174D1}" presName="vert1" presStyleCnt="0"/>
      <dgm:spPr/>
    </dgm:pt>
    <dgm:pt modelId="{17C32CD0-77D1-8242-9FC4-3BE34E90B2F9}" type="pres">
      <dgm:prSet presAssocID="{705E99DF-1124-4CB4-A182-B37771E8F760}" presName="vertSpace2a" presStyleCnt="0"/>
      <dgm:spPr/>
    </dgm:pt>
    <dgm:pt modelId="{F870E918-BC89-BA4D-A347-C90D3562EEAB}" type="pres">
      <dgm:prSet presAssocID="{705E99DF-1124-4CB4-A182-B37771E8F760}" presName="horz2" presStyleCnt="0"/>
      <dgm:spPr/>
    </dgm:pt>
    <dgm:pt modelId="{7B003AEC-73C4-4844-A119-7CDAB620A273}" type="pres">
      <dgm:prSet presAssocID="{705E99DF-1124-4CB4-A182-B37771E8F760}" presName="horzSpace2" presStyleCnt="0"/>
      <dgm:spPr/>
    </dgm:pt>
    <dgm:pt modelId="{E3D81B3E-5A92-CE46-9536-E1E609CD0767}" type="pres">
      <dgm:prSet presAssocID="{705E99DF-1124-4CB4-A182-B37771E8F760}" presName="tx2" presStyleLbl="revTx" presStyleIdx="4" presStyleCnt="8"/>
      <dgm:spPr/>
    </dgm:pt>
    <dgm:pt modelId="{E27075D8-7A90-DA46-84EA-BC3787E3B586}" type="pres">
      <dgm:prSet presAssocID="{705E99DF-1124-4CB4-A182-B37771E8F760}" presName="vert2" presStyleCnt="0"/>
      <dgm:spPr/>
    </dgm:pt>
    <dgm:pt modelId="{C79A5041-6D71-B444-A41D-31C0C23572F5}" type="pres">
      <dgm:prSet presAssocID="{705E99DF-1124-4CB4-A182-B37771E8F760}" presName="thinLine2b" presStyleLbl="callout" presStyleIdx="2" presStyleCnt="5"/>
      <dgm:spPr/>
    </dgm:pt>
    <dgm:pt modelId="{3E3AF983-06EA-4A43-957A-5072196D88DA}" type="pres">
      <dgm:prSet presAssocID="{705E99DF-1124-4CB4-A182-B37771E8F760}" presName="vertSpace2b" presStyleCnt="0"/>
      <dgm:spPr/>
    </dgm:pt>
    <dgm:pt modelId="{285ABA58-7706-2C4A-82FE-04D5D90397BC}" type="pres">
      <dgm:prSet presAssocID="{79CBBEA3-C11D-41A0-A541-A5F0AD4D6E05}" presName="horz2" presStyleCnt="0"/>
      <dgm:spPr/>
    </dgm:pt>
    <dgm:pt modelId="{8D6FF51A-6A6A-DB40-8234-EBDA3B51F7E5}" type="pres">
      <dgm:prSet presAssocID="{79CBBEA3-C11D-41A0-A541-A5F0AD4D6E05}" presName="horzSpace2" presStyleCnt="0"/>
      <dgm:spPr/>
    </dgm:pt>
    <dgm:pt modelId="{6CD7FC6B-E28E-9C4F-A599-03CB08C81D0C}" type="pres">
      <dgm:prSet presAssocID="{79CBBEA3-C11D-41A0-A541-A5F0AD4D6E05}" presName="tx2" presStyleLbl="revTx" presStyleIdx="5" presStyleCnt="8"/>
      <dgm:spPr/>
    </dgm:pt>
    <dgm:pt modelId="{15072ED9-CFFA-2F41-99A1-4E54C1D6CA88}" type="pres">
      <dgm:prSet presAssocID="{79CBBEA3-C11D-41A0-A541-A5F0AD4D6E05}" presName="vert2" presStyleCnt="0"/>
      <dgm:spPr/>
    </dgm:pt>
    <dgm:pt modelId="{2F79C067-2F44-884F-8ABB-151764029E96}" type="pres">
      <dgm:prSet presAssocID="{79CBBEA3-C11D-41A0-A541-A5F0AD4D6E05}" presName="thinLine2b" presStyleLbl="callout" presStyleIdx="3" presStyleCnt="5"/>
      <dgm:spPr/>
    </dgm:pt>
    <dgm:pt modelId="{31F943A5-4A8E-164B-9C59-11F804D966E9}" type="pres">
      <dgm:prSet presAssocID="{79CBBEA3-C11D-41A0-A541-A5F0AD4D6E05}" presName="vertSpace2b" presStyleCnt="0"/>
      <dgm:spPr/>
    </dgm:pt>
    <dgm:pt modelId="{B68504F5-9A1A-F949-9605-A0738549DC38}" type="pres">
      <dgm:prSet presAssocID="{3365302B-301F-6645-B298-5E1F3BF2823E}" presName="thickLine" presStyleLbl="alignNode1" presStyleIdx="2" presStyleCnt="3"/>
      <dgm:spPr/>
    </dgm:pt>
    <dgm:pt modelId="{444DE711-5C4F-D14F-9AB4-2A3ECCC65701}" type="pres">
      <dgm:prSet presAssocID="{3365302B-301F-6645-B298-5E1F3BF2823E}" presName="horz1" presStyleCnt="0"/>
      <dgm:spPr/>
    </dgm:pt>
    <dgm:pt modelId="{09CE3A29-B500-3A47-BDA2-32AC0B4B270E}" type="pres">
      <dgm:prSet presAssocID="{3365302B-301F-6645-B298-5E1F3BF2823E}" presName="tx1" presStyleLbl="revTx" presStyleIdx="6" presStyleCnt="8"/>
      <dgm:spPr/>
    </dgm:pt>
    <dgm:pt modelId="{FF473E3D-DB7D-9A40-A06E-24533EBC2EA4}" type="pres">
      <dgm:prSet presAssocID="{3365302B-301F-6645-B298-5E1F3BF2823E}" presName="vert1" presStyleCnt="0"/>
      <dgm:spPr/>
    </dgm:pt>
    <dgm:pt modelId="{15835206-2F32-4C4E-AF2E-D2181A7344E4}" type="pres">
      <dgm:prSet presAssocID="{CCDA87EE-CBBB-044A-A6D4-8133A189C542}" presName="vertSpace2a" presStyleCnt="0"/>
      <dgm:spPr/>
    </dgm:pt>
    <dgm:pt modelId="{0DCD6DCB-61CF-8148-8515-09FDB998A60C}" type="pres">
      <dgm:prSet presAssocID="{CCDA87EE-CBBB-044A-A6D4-8133A189C542}" presName="horz2" presStyleCnt="0"/>
      <dgm:spPr/>
    </dgm:pt>
    <dgm:pt modelId="{6D537C37-9DBC-594C-9AC6-4C4E0A9A3657}" type="pres">
      <dgm:prSet presAssocID="{CCDA87EE-CBBB-044A-A6D4-8133A189C542}" presName="horzSpace2" presStyleCnt="0"/>
      <dgm:spPr/>
    </dgm:pt>
    <dgm:pt modelId="{B3FF5948-2466-8C4B-867E-6F1C9E3D4D2E}" type="pres">
      <dgm:prSet presAssocID="{CCDA87EE-CBBB-044A-A6D4-8133A189C542}" presName="tx2" presStyleLbl="revTx" presStyleIdx="7" presStyleCnt="8"/>
      <dgm:spPr/>
    </dgm:pt>
    <dgm:pt modelId="{0406E73F-5017-274D-A03D-26FE8E021D20}" type="pres">
      <dgm:prSet presAssocID="{CCDA87EE-CBBB-044A-A6D4-8133A189C542}" presName="vert2" presStyleCnt="0"/>
      <dgm:spPr/>
    </dgm:pt>
    <dgm:pt modelId="{33774312-49E2-F744-B6C3-A2E34A0F7B18}" type="pres">
      <dgm:prSet presAssocID="{CCDA87EE-CBBB-044A-A6D4-8133A189C542}" presName="thinLine2b" presStyleLbl="callout" presStyleIdx="4" presStyleCnt="5"/>
      <dgm:spPr/>
    </dgm:pt>
    <dgm:pt modelId="{3C687622-19D3-AD4A-8FB1-04DF7A6B1C7C}" type="pres">
      <dgm:prSet presAssocID="{CCDA87EE-CBBB-044A-A6D4-8133A189C542}" presName="vertSpace2b" presStyleCnt="0"/>
      <dgm:spPr/>
    </dgm:pt>
  </dgm:ptLst>
  <dgm:cxnLst>
    <dgm:cxn modelId="{577D6C01-B187-2840-AAD5-3F511B7E9D19}" type="presOf" srcId="{C85A0FC7-2938-4234-81AF-FA0BF48174D1}" destId="{F51602D2-8371-B04B-8EE4-F2DAE4B124AB}" srcOrd="0" destOrd="0" presId="urn:microsoft.com/office/officeart/2008/layout/LinedList"/>
    <dgm:cxn modelId="{64A17804-61C7-4C02-BEC3-0D24F44A5A6C}" srcId="{7A91F627-67B1-4595-8EB3-27EA24DEA165}" destId="{B486C594-1268-46BA-943D-1EC8B3EDB70B}" srcOrd="0" destOrd="0" parTransId="{620A6188-B2E9-4EED-A2D7-738EB71DC8DE}" sibTransId="{62F97D0D-CE8E-404E-83C6-BF52FDDC7C89}"/>
    <dgm:cxn modelId="{E7A1B216-CA0F-49D0-BAE4-07A294D9D8AB}" srcId="{B486C594-1268-46BA-943D-1EC8B3EDB70B}" destId="{A911F9D0-5CAA-4C83-B0DE-63C66982B625}" srcOrd="1" destOrd="0" parTransId="{B51C3B84-088A-43F1-B599-8793350A6E0D}" sibTransId="{3B5795FD-8943-46C4-AAFC-07EF74E32C49}"/>
    <dgm:cxn modelId="{D0A6E840-A9A1-476C-9560-E6218EFC34BC}" srcId="{7A91F627-67B1-4595-8EB3-27EA24DEA165}" destId="{C85A0FC7-2938-4234-81AF-FA0BF48174D1}" srcOrd="1" destOrd="0" parTransId="{F85F4C53-ED64-4F49-84B6-78A4F4EE3C7A}" sibTransId="{242FD8FC-DA84-44E3-AF11-D4DB6186A362}"/>
    <dgm:cxn modelId="{C1F64550-2ABC-B248-A8CF-DEFD1AADFD94}" type="presOf" srcId="{CCDA87EE-CBBB-044A-A6D4-8133A189C542}" destId="{B3FF5948-2466-8C4B-867E-6F1C9E3D4D2E}" srcOrd="0" destOrd="0" presId="urn:microsoft.com/office/officeart/2008/layout/LinedList"/>
    <dgm:cxn modelId="{CAD8E052-9E87-CE42-86D0-ADC3DF49CAC1}" type="presOf" srcId="{7A91F627-67B1-4595-8EB3-27EA24DEA165}" destId="{A76AA099-E322-1B45-B21E-BA5A60C6118A}" srcOrd="0" destOrd="0" presId="urn:microsoft.com/office/officeart/2008/layout/LinedList"/>
    <dgm:cxn modelId="{BE976F5C-8118-EA40-86FD-9278F52AADEE}" type="presOf" srcId="{3B7AFE42-0F8C-4F8A-8ECF-9890A0945237}" destId="{F7544BF6-5323-2644-B60A-44AD2C9E8C86}" srcOrd="0" destOrd="0" presId="urn:microsoft.com/office/officeart/2008/layout/LinedList"/>
    <dgm:cxn modelId="{8070785F-7698-A64B-8182-507E3321582F}" type="presOf" srcId="{3365302B-301F-6645-B298-5E1F3BF2823E}" destId="{09CE3A29-B500-3A47-BDA2-32AC0B4B270E}" srcOrd="0" destOrd="0" presId="urn:microsoft.com/office/officeart/2008/layout/LinedList"/>
    <dgm:cxn modelId="{57222566-4CE3-4469-9D66-2CA14D2D0A17}" srcId="{B486C594-1268-46BA-943D-1EC8B3EDB70B}" destId="{3B7AFE42-0F8C-4F8A-8ECF-9890A0945237}" srcOrd="0" destOrd="0" parTransId="{75352499-7379-4A62-A126-F9355F160A78}" sibTransId="{01410E5F-35DB-4B40-B945-73DA8C218CB5}"/>
    <dgm:cxn modelId="{3AB7D990-8ADF-B548-AB8C-BD28351D6FA0}" srcId="{7A91F627-67B1-4595-8EB3-27EA24DEA165}" destId="{3365302B-301F-6645-B298-5E1F3BF2823E}" srcOrd="2" destOrd="0" parTransId="{92723E83-EB26-024C-82A0-B1FDDE689900}" sibTransId="{49CD0663-8F00-E34E-9130-272A525E2F75}"/>
    <dgm:cxn modelId="{52D824A3-FB02-FA4A-B27C-3F0BA04F9099}" type="presOf" srcId="{79CBBEA3-C11D-41A0-A541-A5F0AD4D6E05}" destId="{6CD7FC6B-E28E-9C4F-A599-03CB08C81D0C}" srcOrd="0" destOrd="0" presId="urn:microsoft.com/office/officeart/2008/layout/LinedList"/>
    <dgm:cxn modelId="{2D5219AE-2B59-4803-BEEC-99BA8AF1683B}" srcId="{C85A0FC7-2938-4234-81AF-FA0BF48174D1}" destId="{705E99DF-1124-4CB4-A182-B37771E8F760}" srcOrd="0" destOrd="0" parTransId="{065A87A9-64F4-4B6C-A74A-7EFF6AFDBBE3}" sibTransId="{81633622-CCC0-4D0C-B30B-B4201A773105}"/>
    <dgm:cxn modelId="{649618C8-DF2B-4C45-B9FA-C91ACBA7F0D4}" type="presOf" srcId="{A911F9D0-5CAA-4C83-B0DE-63C66982B625}" destId="{31076224-1456-314C-8C75-582873950174}" srcOrd="0" destOrd="0" presId="urn:microsoft.com/office/officeart/2008/layout/LinedList"/>
    <dgm:cxn modelId="{40DBCBD8-CA4C-A14C-BA4E-E999CE81E615}" srcId="{3365302B-301F-6645-B298-5E1F3BF2823E}" destId="{CCDA87EE-CBBB-044A-A6D4-8133A189C542}" srcOrd="0" destOrd="0" parTransId="{461C916E-AB6F-5F41-900D-9E4E16263939}" sibTransId="{C35E67EB-9448-E242-9B8A-5A0469A7B401}"/>
    <dgm:cxn modelId="{9BCC79DD-D947-794A-AB95-18D61E4D065E}" type="presOf" srcId="{705E99DF-1124-4CB4-A182-B37771E8F760}" destId="{E3D81B3E-5A92-CE46-9536-E1E609CD0767}" srcOrd="0" destOrd="0" presId="urn:microsoft.com/office/officeart/2008/layout/LinedList"/>
    <dgm:cxn modelId="{6D3F8CED-3231-2D48-8A93-85FF4414081C}" type="presOf" srcId="{B486C594-1268-46BA-943D-1EC8B3EDB70B}" destId="{B467E3C3-9D59-5A43-BA0B-76A1E03A170F}" srcOrd="0" destOrd="0" presId="urn:microsoft.com/office/officeart/2008/layout/LinedList"/>
    <dgm:cxn modelId="{C6DE26F7-4353-4F4C-BA1A-5662BF99246C}" srcId="{C85A0FC7-2938-4234-81AF-FA0BF48174D1}" destId="{79CBBEA3-C11D-41A0-A541-A5F0AD4D6E05}" srcOrd="1" destOrd="0" parTransId="{B180071F-AFA7-4378-A9CA-4A358EDAF912}" sibTransId="{460EC646-2B1C-46AD-BC95-5644EACCDA6B}"/>
    <dgm:cxn modelId="{F1E80592-3131-5F4F-8412-55CC5B944785}" type="presParOf" srcId="{A76AA099-E322-1B45-B21E-BA5A60C6118A}" destId="{6A94DBDD-E252-B941-B554-87F86F27404C}" srcOrd="0" destOrd="0" presId="urn:microsoft.com/office/officeart/2008/layout/LinedList"/>
    <dgm:cxn modelId="{53F891F4-B4D2-8F44-ACBB-B86C35FC74D6}" type="presParOf" srcId="{A76AA099-E322-1B45-B21E-BA5A60C6118A}" destId="{F9442A55-DBD1-B145-A15F-BF76ECA564D5}" srcOrd="1" destOrd="0" presId="urn:microsoft.com/office/officeart/2008/layout/LinedList"/>
    <dgm:cxn modelId="{EEFC6BDC-DECA-1942-A1EB-2F437C754A4B}" type="presParOf" srcId="{F9442A55-DBD1-B145-A15F-BF76ECA564D5}" destId="{B467E3C3-9D59-5A43-BA0B-76A1E03A170F}" srcOrd="0" destOrd="0" presId="urn:microsoft.com/office/officeart/2008/layout/LinedList"/>
    <dgm:cxn modelId="{C64ABA0A-C421-4341-B7CA-7507AF948B41}" type="presParOf" srcId="{F9442A55-DBD1-B145-A15F-BF76ECA564D5}" destId="{AE69BF62-09B8-3C46-880C-8E7DF3B79028}" srcOrd="1" destOrd="0" presId="urn:microsoft.com/office/officeart/2008/layout/LinedList"/>
    <dgm:cxn modelId="{C4D8A4AF-99D7-C647-A90F-56A607965ED5}" type="presParOf" srcId="{AE69BF62-09B8-3C46-880C-8E7DF3B79028}" destId="{C4C61ABD-50C6-1545-AAEC-522753B5427E}" srcOrd="0" destOrd="0" presId="urn:microsoft.com/office/officeart/2008/layout/LinedList"/>
    <dgm:cxn modelId="{E6C42600-95C7-524C-9AD4-7BE642B642CD}" type="presParOf" srcId="{AE69BF62-09B8-3C46-880C-8E7DF3B79028}" destId="{0FA3D19C-070D-3A40-84C1-02581C83F293}" srcOrd="1" destOrd="0" presId="urn:microsoft.com/office/officeart/2008/layout/LinedList"/>
    <dgm:cxn modelId="{AA663F32-8C05-A242-91B3-8E3320D4EAE7}" type="presParOf" srcId="{0FA3D19C-070D-3A40-84C1-02581C83F293}" destId="{2CE77A98-3CE4-0844-BC92-A9230073FE9B}" srcOrd="0" destOrd="0" presId="urn:microsoft.com/office/officeart/2008/layout/LinedList"/>
    <dgm:cxn modelId="{D0B18045-C2A0-6B48-8CB9-AEA9E379276E}" type="presParOf" srcId="{0FA3D19C-070D-3A40-84C1-02581C83F293}" destId="{F7544BF6-5323-2644-B60A-44AD2C9E8C86}" srcOrd="1" destOrd="0" presId="urn:microsoft.com/office/officeart/2008/layout/LinedList"/>
    <dgm:cxn modelId="{95407F94-F096-344B-BD47-4512D3A31D98}" type="presParOf" srcId="{0FA3D19C-070D-3A40-84C1-02581C83F293}" destId="{1D90AE2C-8B2F-9841-8FAF-40B5555CFE4C}" srcOrd="2" destOrd="0" presId="urn:microsoft.com/office/officeart/2008/layout/LinedList"/>
    <dgm:cxn modelId="{1EA58681-136D-E148-B486-272136C407A5}" type="presParOf" srcId="{AE69BF62-09B8-3C46-880C-8E7DF3B79028}" destId="{AB8995BD-EF6E-F142-AA43-182141B24292}" srcOrd="2" destOrd="0" presId="urn:microsoft.com/office/officeart/2008/layout/LinedList"/>
    <dgm:cxn modelId="{7AFDD364-8566-094A-9527-FCD8A81CFDDA}" type="presParOf" srcId="{AE69BF62-09B8-3C46-880C-8E7DF3B79028}" destId="{4950E7F4-2586-7F4E-B08E-88ACBC726E24}" srcOrd="3" destOrd="0" presId="urn:microsoft.com/office/officeart/2008/layout/LinedList"/>
    <dgm:cxn modelId="{A5D9BE69-98DF-4D47-893D-00CF1AC18A35}" type="presParOf" srcId="{AE69BF62-09B8-3C46-880C-8E7DF3B79028}" destId="{5F08E31F-6FB0-E243-8D24-CAEFBE151E6F}" srcOrd="4" destOrd="0" presId="urn:microsoft.com/office/officeart/2008/layout/LinedList"/>
    <dgm:cxn modelId="{B7392288-167A-B047-BE2C-86A07AE5E8DB}" type="presParOf" srcId="{5F08E31F-6FB0-E243-8D24-CAEFBE151E6F}" destId="{7F583BE7-5688-F142-B51E-4C4E994E1330}" srcOrd="0" destOrd="0" presId="urn:microsoft.com/office/officeart/2008/layout/LinedList"/>
    <dgm:cxn modelId="{FE47B877-9503-5949-B350-06FEA9AC19AB}" type="presParOf" srcId="{5F08E31F-6FB0-E243-8D24-CAEFBE151E6F}" destId="{31076224-1456-314C-8C75-582873950174}" srcOrd="1" destOrd="0" presId="urn:microsoft.com/office/officeart/2008/layout/LinedList"/>
    <dgm:cxn modelId="{802D5AEE-6EA8-5645-B29C-E5655152436C}" type="presParOf" srcId="{5F08E31F-6FB0-E243-8D24-CAEFBE151E6F}" destId="{FD8C3A33-7543-3848-B067-D9377F4DB3F3}" srcOrd="2" destOrd="0" presId="urn:microsoft.com/office/officeart/2008/layout/LinedList"/>
    <dgm:cxn modelId="{32A1F0B6-C242-0F41-AA6D-0F44BE637D00}" type="presParOf" srcId="{AE69BF62-09B8-3C46-880C-8E7DF3B79028}" destId="{CB2B0686-9FFD-F743-9479-F45A2122C895}" srcOrd="5" destOrd="0" presId="urn:microsoft.com/office/officeart/2008/layout/LinedList"/>
    <dgm:cxn modelId="{3EC082C1-59C3-424D-8BCE-FD936BAFB5A9}" type="presParOf" srcId="{AE69BF62-09B8-3C46-880C-8E7DF3B79028}" destId="{8A2CDC87-A7B5-5F4D-B5C1-ABAA178AB27D}" srcOrd="6" destOrd="0" presId="urn:microsoft.com/office/officeart/2008/layout/LinedList"/>
    <dgm:cxn modelId="{7300D065-4B36-A342-9BB1-E5964B25E39B}" type="presParOf" srcId="{A76AA099-E322-1B45-B21E-BA5A60C6118A}" destId="{5F892484-97E3-A743-A4A0-C430BDC17473}" srcOrd="2" destOrd="0" presId="urn:microsoft.com/office/officeart/2008/layout/LinedList"/>
    <dgm:cxn modelId="{59616384-0AD4-AB48-9151-A3BDE6BFDDE4}" type="presParOf" srcId="{A76AA099-E322-1B45-B21E-BA5A60C6118A}" destId="{6083A57A-E673-3D4E-82B5-CD52C614CDA1}" srcOrd="3" destOrd="0" presId="urn:microsoft.com/office/officeart/2008/layout/LinedList"/>
    <dgm:cxn modelId="{39107721-9566-A444-8807-ECE7F853DFFC}" type="presParOf" srcId="{6083A57A-E673-3D4E-82B5-CD52C614CDA1}" destId="{F51602D2-8371-B04B-8EE4-F2DAE4B124AB}" srcOrd="0" destOrd="0" presId="urn:microsoft.com/office/officeart/2008/layout/LinedList"/>
    <dgm:cxn modelId="{5828D1A5-F56B-5C47-83C8-7B1CFCC539D9}" type="presParOf" srcId="{6083A57A-E673-3D4E-82B5-CD52C614CDA1}" destId="{135B50A7-AD1B-384D-B6AE-36FEEB4513D6}" srcOrd="1" destOrd="0" presId="urn:microsoft.com/office/officeart/2008/layout/LinedList"/>
    <dgm:cxn modelId="{B3B2FD70-4D9E-A04C-8CD5-9CAA80DA54F3}" type="presParOf" srcId="{135B50A7-AD1B-384D-B6AE-36FEEB4513D6}" destId="{17C32CD0-77D1-8242-9FC4-3BE34E90B2F9}" srcOrd="0" destOrd="0" presId="urn:microsoft.com/office/officeart/2008/layout/LinedList"/>
    <dgm:cxn modelId="{BADDF122-3251-9240-BC85-ECD2E59FEF1C}" type="presParOf" srcId="{135B50A7-AD1B-384D-B6AE-36FEEB4513D6}" destId="{F870E918-BC89-BA4D-A347-C90D3562EEAB}" srcOrd="1" destOrd="0" presId="urn:microsoft.com/office/officeart/2008/layout/LinedList"/>
    <dgm:cxn modelId="{BE9A8597-9492-7F46-B44C-8163EE7DBB98}" type="presParOf" srcId="{F870E918-BC89-BA4D-A347-C90D3562EEAB}" destId="{7B003AEC-73C4-4844-A119-7CDAB620A273}" srcOrd="0" destOrd="0" presId="urn:microsoft.com/office/officeart/2008/layout/LinedList"/>
    <dgm:cxn modelId="{D8158616-33B1-A345-88F4-F038D24FBCD2}" type="presParOf" srcId="{F870E918-BC89-BA4D-A347-C90D3562EEAB}" destId="{E3D81B3E-5A92-CE46-9536-E1E609CD0767}" srcOrd="1" destOrd="0" presId="urn:microsoft.com/office/officeart/2008/layout/LinedList"/>
    <dgm:cxn modelId="{9D26E0DE-A0DD-064C-B34C-32EAD45CDD43}" type="presParOf" srcId="{F870E918-BC89-BA4D-A347-C90D3562EEAB}" destId="{E27075D8-7A90-DA46-84EA-BC3787E3B586}" srcOrd="2" destOrd="0" presId="urn:microsoft.com/office/officeart/2008/layout/LinedList"/>
    <dgm:cxn modelId="{764C32F5-0F83-EB4B-8013-D0BFC9CB3079}" type="presParOf" srcId="{135B50A7-AD1B-384D-B6AE-36FEEB4513D6}" destId="{C79A5041-6D71-B444-A41D-31C0C23572F5}" srcOrd="2" destOrd="0" presId="urn:microsoft.com/office/officeart/2008/layout/LinedList"/>
    <dgm:cxn modelId="{2B2C50C7-6A2D-EE45-9078-FDF01C2F3164}" type="presParOf" srcId="{135B50A7-AD1B-384D-B6AE-36FEEB4513D6}" destId="{3E3AF983-06EA-4A43-957A-5072196D88DA}" srcOrd="3" destOrd="0" presId="urn:microsoft.com/office/officeart/2008/layout/LinedList"/>
    <dgm:cxn modelId="{600420AC-5CE3-DA4D-BD32-7330D9CF0046}" type="presParOf" srcId="{135B50A7-AD1B-384D-B6AE-36FEEB4513D6}" destId="{285ABA58-7706-2C4A-82FE-04D5D90397BC}" srcOrd="4" destOrd="0" presId="urn:microsoft.com/office/officeart/2008/layout/LinedList"/>
    <dgm:cxn modelId="{13207E69-371A-A745-B108-610B23011249}" type="presParOf" srcId="{285ABA58-7706-2C4A-82FE-04D5D90397BC}" destId="{8D6FF51A-6A6A-DB40-8234-EBDA3B51F7E5}" srcOrd="0" destOrd="0" presId="urn:microsoft.com/office/officeart/2008/layout/LinedList"/>
    <dgm:cxn modelId="{B79CB011-8ECC-F149-91E6-1EFAFEFFFBA2}" type="presParOf" srcId="{285ABA58-7706-2C4A-82FE-04D5D90397BC}" destId="{6CD7FC6B-E28E-9C4F-A599-03CB08C81D0C}" srcOrd="1" destOrd="0" presId="urn:microsoft.com/office/officeart/2008/layout/LinedList"/>
    <dgm:cxn modelId="{6738CB08-13A8-014A-ADBB-98BF199E466D}" type="presParOf" srcId="{285ABA58-7706-2C4A-82FE-04D5D90397BC}" destId="{15072ED9-CFFA-2F41-99A1-4E54C1D6CA88}" srcOrd="2" destOrd="0" presId="urn:microsoft.com/office/officeart/2008/layout/LinedList"/>
    <dgm:cxn modelId="{6FB1EF6F-5C91-5440-AEAE-02310C9E8892}" type="presParOf" srcId="{135B50A7-AD1B-384D-B6AE-36FEEB4513D6}" destId="{2F79C067-2F44-884F-8ABB-151764029E96}" srcOrd="5" destOrd="0" presId="urn:microsoft.com/office/officeart/2008/layout/LinedList"/>
    <dgm:cxn modelId="{529ABC34-38C5-4E49-B1AD-3C27CFDC3B86}" type="presParOf" srcId="{135B50A7-AD1B-384D-B6AE-36FEEB4513D6}" destId="{31F943A5-4A8E-164B-9C59-11F804D966E9}" srcOrd="6" destOrd="0" presId="urn:microsoft.com/office/officeart/2008/layout/LinedList"/>
    <dgm:cxn modelId="{C3EA7340-2CA7-8441-A99C-E4CDCFCD9D5E}" type="presParOf" srcId="{A76AA099-E322-1B45-B21E-BA5A60C6118A}" destId="{B68504F5-9A1A-F949-9605-A0738549DC38}" srcOrd="4" destOrd="0" presId="urn:microsoft.com/office/officeart/2008/layout/LinedList"/>
    <dgm:cxn modelId="{B1048683-BB3F-4545-9AD8-4FF1F90FFCD3}" type="presParOf" srcId="{A76AA099-E322-1B45-B21E-BA5A60C6118A}" destId="{444DE711-5C4F-D14F-9AB4-2A3ECCC65701}" srcOrd="5" destOrd="0" presId="urn:microsoft.com/office/officeart/2008/layout/LinedList"/>
    <dgm:cxn modelId="{60DA768D-CD45-8949-819D-DFCCDFC9DFDA}" type="presParOf" srcId="{444DE711-5C4F-D14F-9AB4-2A3ECCC65701}" destId="{09CE3A29-B500-3A47-BDA2-32AC0B4B270E}" srcOrd="0" destOrd="0" presId="urn:microsoft.com/office/officeart/2008/layout/LinedList"/>
    <dgm:cxn modelId="{3237D519-BFFA-BD42-9AE9-06CAD161F3F1}" type="presParOf" srcId="{444DE711-5C4F-D14F-9AB4-2A3ECCC65701}" destId="{FF473E3D-DB7D-9A40-A06E-24533EBC2EA4}" srcOrd="1" destOrd="0" presId="urn:microsoft.com/office/officeart/2008/layout/LinedList"/>
    <dgm:cxn modelId="{12BEF627-EFE4-FB45-8AA7-1ABD7398954A}" type="presParOf" srcId="{FF473E3D-DB7D-9A40-A06E-24533EBC2EA4}" destId="{15835206-2F32-4C4E-AF2E-D2181A7344E4}" srcOrd="0" destOrd="0" presId="urn:microsoft.com/office/officeart/2008/layout/LinedList"/>
    <dgm:cxn modelId="{1BFF3C81-B838-5F40-8A43-1CE827471C25}" type="presParOf" srcId="{FF473E3D-DB7D-9A40-A06E-24533EBC2EA4}" destId="{0DCD6DCB-61CF-8148-8515-09FDB998A60C}" srcOrd="1" destOrd="0" presId="urn:microsoft.com/office/officeart/2008/layout/LinedList"/>
    <dgm:cxn modelId="{20FFA69F-D9D3-ED4D-8F20-0B4F58F275C3}" type="presParOf" srcId="{0DCD6DCB-61CF-8148-8515-09FDB998A60C}" destId="{6D537C37-9DBC-594C-9AC6-4C4E0A9A3657}" srcOrd="0" destOrd="0" presId="urn:microsoft.com/office/officeart/2008/layout/LinedList"/>
    <dgm:cxn modelId="{22C17C9B-7779-1E4A-8535-133C80B970DB}" type="presParOf" srcId="{0DCD6DCB-61CF-8148-8515-09FDB998A60C}" destId="{B3FF5948-2466-8C4B-867E-6F1C9E3D4D2E}" srcOrd="1" destOrd="0" presId="urn:microsoft.com/office/officeart/2008/layout/LinedList"/>
    <dgm:cxn modelId="{6BF20E5B-C507-E643-8C81-B66580A7B19A}" type="presParOf" srcId="{0DCD6DCB-61CF-8148-8515-09FDB998A60C}" destId="{0406E73F-5017-274D-A03D-26FE8E021D20}" srcOrd="2" destOrd="0" presId="urn:microsoft.com/office/officeart/2008/layout/LinedList"/>
    <dgm:cxn modelId="{DCC5F229-84B9-5646-941C-F9F1EE3DC0B6}" type="presParOf" srcId="{FF473E3D-DB7D-9A40-A06E-24533EBC2EA4}" destId="{33774312-49E2-F744-B6C3-A2E34A0F7B18}" srcOrd="2" destOrd="0" presId="urn:microsoft.com/office/officeart/2008/layout/LinedList"/>
    <dgm:cxn modelId="{AFA261DF-71F2-DF4D-84EB-05FD72A2B4DC}" type="presParOf" srcId="{FF473E3D-DB7D-9A40-A06E-24533EBC2EA4}" destId="{3C687622-19D3-AD4A-8FB1-04DF7A6B1C7C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0434BF-B8A9-400E-A396-163886B9CC3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AB4B953-4459-4D24-B7DF-8102E2EF3D8F}">
      <dgm:prSet/>
      <dgm:spPr/>
      <dgm:t>
        <a:bodyPr/>
        <a:lstStyle/>
        <a:p>
          <a:r>
            <a:rPr lang="en-US" dirty="0"/>
            <a:t>Pleasantness and Intensity as key organizing </a:t>
          </a:r>
          <a:r>
            <a:rPr lang="en" dirty="0"/>
            <a:t>dimensions</a:t>
          </a:r>
          <a:endParaRPr lang="he-IL" dirty="0"/>
        </a:p>
      </dgm:t>
    </dgm:pt>
    <dgm:pt modelId="{3417DBF1-E4F1-46BA-917E-45023D124DD5}" type="parTrans" cxnId="{930AC9FD-A105-48F4-A288-66D4FA33C5D3}">
      <dgm:prSet/>
      <dgm:spPr/>
      <dgm:t>
        <a:bodyPr/>
        <a:lstStyle/>
        <a:p>
          <a:endParaRPr lang="en-US"/>
        </a:p>
      </dgm:t>
    </dgm:pt>
    <dgm:pt modelId="{DA6BE6C9-C488-4288-9B77-80B6F6D99864}" type="sibTrans" cxnId="{930AC9FD-A105-48F4-A288-66D4FA33C5D3}">
      <dgm:prSet/>
      <dgm:spPr/>
      <dgm:t>
        <a:bodyPr/>
        <a:lstStyle/>
        <a:p>
          <a:endParaRPr lang="en-US"/>
        </a:p>
      </dgm:t>
    </dgm:pt>
    <dgm:pt modelId="{8763A529-A8C7-4240-A161-BA2488CCFBFD}">
      <dgm:prSet/>
      <dgm:spPr/>
      <dgm:t>
        <a:bodyPr/>
        <a:lstStyle/>
        <a:p>
          <a:r>
            <a:rPr lang="en-US"/>
            <a:t>~400 different olfactory receptors</a:t>
          </a:r>
        </a:p>
      </dgm:t>
    </dgm:pt>
    <dgm:pt modelId="{1FE1C83E-D7F3-4863-B288-1C2C8B72D286}" type="parTrans" cxnId="{D239CB94-641B-4D29-9F4D-8073F4B6193B}">
      <dgm:prSet/>
      <dgm:spPr/>
      <dgm:t>
        <a:bodyPr/>
        <a:lstStyle/>
        <a:p>
          <a:endParaRPr lang="en-US"/>
        </a:p>
      </dgm:t>
    </dgm:pt>
    <dgm:pt modelId="{4F181C55-58F0-4E32-ADF5-742255348ED6}" type="sibTrans" cxnId="{D239CB94-641B-4D29-9F4D-8073F4B6193B}">
      <dgm:prSet/>
      <dgm:spPr/>
      <dgm:t>
        <a:bodyPr/>
        <a:lstStyle/>
        <a:p>
          <a:endParaRPr lang="en-US"/>
        </a:p>
      </dgm:t>
    </dgm:pt>
    <dgm:pt modelId="{3F326416-60E6-4642-9EA2-6EF23B01C804}">
      <dgm:prSet/>
      <dgm:spPr/>
      <dgm:t>
        <a:bodyPr/>
        <a:lstStyle/>
        <a:p>
          <a:r>
            <a:rPr lang="en-US" dirty="0"/>
            <a:t>Human capability to detect up to </a:t>
          </a:r>
          <a:r>
            <a:rPr lang="en" dirty="0"/>
            <a:t>a trillion</a:t>
          </a:r>
          <a:r>
            <a:rPr lang="en-US" dirty="0"/>
            <a:t> different smells</a:t>
          </a:r>
        </a:p>
      </dgm:t>
    </dgm:pt>
    <dgm:pt modelId="{00EE83C7-968D-49F5-8891-0ED2503847C0}" type="parTrans" cxnId="{821FC08B-A211-4CEF-8FEE-BAFE25A3E9AB}">
      <dgm:prSet/>
      <dgm:spPr/>
      <dgm:t>
        <a:bodyPr/>
        <a:lstStyle/>
        <a:p>
          <a:endParaRPr lang="en-US"/>
        </a:p>
      </dgm:t>
    </dgm:pt>
    <dgm:pt modelId="{7D2123B5-3F88-42FC-88A1-D2577686D463}" type="sibTrans" cxnId="{821FC08B-A211-4CEF-8FEE-BAFE25A3E9AB}">
      <dgm:prSet/>
      <dgm:spPr/>
      <dgm:t>
        <a:bodyPr/>
        <a:lstStyle/>
        <a:p>
          <a:endParaRPr lang="en-US"/>
        </a:p>
      </dgm:t>
    </dgm:pt>
    <dgm:pt modelId="{72A042F7-0D09-4F07-BC06-CCDF11B9458B}">
      <dgm:prSet/>
      <dgm:spPr/>
      <dgm:t>
        <a:bodyPr/>
        <a:lstStyle/>
        <a:p>
          <a:r>
            <a:rPr lang="en-US" dirty="0"/>
            <a:t>Limited vocabulary for description</a:t>
          </a:r>
        </a:p>
      </dgm:t>
    </dgm:pt>
    <dgm:pt modelId="{F760240E-C896-42EF-8585-020E980B16D4}" type="parTrans" cxnId="{B22BFF61-587E-4EAC-B978-D1A70D82077C}">
      <dgm:prSet/>
      <dgm:spPr/>
      <dgm:t>
        <a:bodyPr/>
        <a:lstStyle/>
        <a:p>
          <a:endParaRPr lang="en-US"/>
        </a:p>
      </dgm:t>
    </dgm:pt>
    <dgm:pt modelId="{BCE1A7F9-94F5-4594-A04B-BAEE55A944EA}" type="sibTrans" cxnId="{B22BFF61-587E-4EAC-B978-D1A70D82077C}">
      <dgm:prSet/>
      <dgm:spPr/>
      <dgm:t>
        <a:bodyPr/>
        <a:lstStyle/>
        <a:p>
          <a:endParaRPr lang="en-US"/>
        </a:p>
      </dgm:t>
    </dgm:pt>
    <dgm:pt modelId="{10F1236B-5428-4EA8-9E8F-B2F997601FB3}">
      <dgm:prSet/>
      <dgm:spPr/>
      <dgm:t>
        <a:bodyPr/>
        <a:lstStyle/>
        <a:p>
          <a:r>
            <a:rPr lang="en-US"/>
            <a:t>Cultural variations in odor perception</a:t>
          </a:r>
        </a:p>
      </dgm:t>
    </dgm:pt>
    <dgm:pt modelId="{5895929E-5C88-454D-86AC-9636374BFF48}" type="parTrans" cxnId="{2CA32645-5EF8-4BDD-8D9C-13B844945FE6}">
      <dgm:prSet/>
      <dgm:spPr/>
      <dgm:t>
        <a:bodyPr/>
        <a:lstStyle/>
        <a:p>
          <a:endParaRPr lang="en-US"/>
        </a:p>
      </dgm:t>
    </dgm:pt>
    <dgm:pt modelId="{0E1153BF-71CE-4DD5-AA73-C439FCDA00F9}" type="sibTrans" cxnId="{2CA32645-5EF8-4BDD-8D9C-13B844945FE6}">
      <dgm:prSet/>
      <dgm:spPr/>
      <dgm:t>
        <a:bodyPr/>
        <a:lstStyle/>
        <a:p>
          <a:endParaRPr lang="en-US"/>
        </a:p>
      </dgm:t>
    </dgm:pt>
    <dgm:pt modelId="{5737A4AD-8794-5641-A4A4-BB1DFA2186EB}">
      <dgm:prSet/>
      <dgm:spPr/>
      <dgm:t>
        <a:bodyPr/>
        <a:lstStyle/>
        <a:p>
          <a:pPr algn="l" rtl="1"/>
          <a:r>
            <a:rPr lang="en" dirty="0"/>
            <a:t>146 perceptual descriptors</a:t>
          </a:r>
          <a:endParaRPr lang="he-IL" dirty="0"/>
        </a:p>
      </dgm:t>
    </dgm:pt>
    <dgm:pt modelId="{D96AA609-461A-474C-84A0-3F97145551EE}" type="parTrans" cxnId="{FB9A3757-02CC-0B49-BF49-1A387710DAC4}">
      <dgm:prSet/>
      <dgm:spPr/>
      <dgm:t>
        <a:bodyPr/>
        <a:lstStyle/>
        <a:p>
          <a:pPr rtl="1"/>
          <a:endParaRPr lang="he-IL"/>
        </a:p>
      </dgm:t>
    </dgm:pt>
    <dgm:pt modelId="{396BAE27-F1E3-EB44-B535-F7A5611372C1}" type="sibTrans" cxnId="{FB9A3757-02CC-0B49-BF49-1A387710DAC4}">
      <dgm:prSet/>
      <dgm:spPr/>
      <dgm:t>
        <a:bodyPr/>
        <a:lstStyle/>
        <a:p>
          <a:pPr rtl="1"/>
          <a:endParaRPr lang="he-IL"/>
        </a:p>
      </dgm:t>
    </dgm:pt>
    <dgm:pt modelId="{61E388A8-8FEA-3A4F-B296-6656C309E51B}" type="pres">
      <dgm:prSet presAssocID="{A20434BF-B8A9-400E-A396-163886B9CC3C}" presName="vert0" presStyleCnt="0">
        <dgm:presLayoutVars>
          <dgm:dir/>
          <dgm:animOne val="branch"/>
          <dgm:animLvl val="lvl"/>
        </dgm:presLayoutVars>
      </dgm:prSet>
      <dgm:spPr/>
    </dgm:pt>
    <dgm:pt modelId="{11061D1C-869A-404E-B82C-25FFD0B6F34C}" type="pres">
      <dgm:prSet presAssocID="{9AB4B953-4459-4D24-B7DF-8102E2EF3D8F}" presName="thickLine" presStyleLbl="alignNode1" presStyleIdx="0" presStyleCnt="6"/>
      <dgm:spPr/>
    </dgm:pt>
    <dgm:pt modelId="{BC83B862-FBA7-464F-89DB-AB9585695197}" type="pres">
      <dgm:prSet presAssocID="{9AB4B953-4459-4D24-B7DF-8102E2EF3D8F}" presName="horz1" presStyleCnt="0"/>
      <dgm:spPr/>
    </dgm:pt>
    <dgm:pt modelId="{D28E50AE-D523-3548-8C3E-3CDF68DDEA8C}" type="pres">
      <dgm:prSet presAssocID="{9AB4B953-4459-4D24-B7DF-8102E2EF3D8F}" presName="tx1" presStyleLbl="revTx" presStyleIdx="0" presStyleCnt="6"/>
      <dgm:spPr/>
    </dgm:pt>
    <dgm:pt modelId="{D8D7DA63-3655-4B47-8439-089AA0678922}" type="pres">
      <dgm:prSet presAssocID="{9AB4B953-4459-4D24-B7DF-8102E2EF3D8F}" presName="vert1" presStyleCnt="0"/>
      <dgm:spPr/>
    </dgm:pt>
    <dgm:pt modelId="{EE38BDDF-BDFC-444B-93AD-A94C33E54C2C}" type="pres">
      <dgm:prSet presAssocID="{5737A4AD-8794-5641-A4A4-BB1DFA2186EB}" presName="thickLine" presStyleLbl="alignNode1" presStyleIdx="1" presStyleCnt="6"/>
      <dgm:spPr/>
    </dgm:pt>
    <dgm:pt modelId="{0B7C5F37-7008-BE4F-A4A0-C26A4821EE25}" type="pres">
      <dgm:prSet presAssocID="{5737A4AD-8794-5641-A4A4-BB1DFA2186EB}" presName="horz1" presStyleCnt="0"/>
      <dgm:spPr/>
    </dgm:pt>
    <dgm:pt modelId="{37881A2F-A86E-AE40-8B5E-CE993A9FD1EC}" type="pres">
      <dgm:prSet presAssocID="{5737A4AD-8794-5641-A4A4-BB1DFA2186EB}" presName="tx1" presStyleLbl="revTx" presStyleIdx="1" presStyleCnt="6"/>
      <dgm:spPr/>
    </dgm:pt>
    <dgm:pt modelId="{D369B178-5926-ED4B-B45B-9B7A74C4C822}" type="pres">
      <dgm:prSet presAssocID="{5737A4AD-8794-5641-A4A4-BB1DFA2186EB}" presName="vert1" presStyleCnt="0"/>
      <dgm:spPr/>
    </dgm:pt>
    <dgm:pt modelId="{D4DC7903-3F25-6143-879F-01ECDA7F6AD3}" type="pres">
      <dgm:prSet presAssocID="{8763A529-A8C7-4240-A161-BA2488CCFBFD}" presName="thickLine" presStyleLbl="alignNode1" presStyleIdx="2" presStyleCnt="6"/>
      <dgm:spPr/>
    </dgm:pt>
    <dgm:pt modelId="{2FFA4E5C-E882-8140-B687-B8788E810740}" type="pres">
      <dgm:prSet presAssocID="{8763A529-A8C7-4240-A161-BA2488CCFBFD}" presName="horz1" presStyleCnt="0"/>
      <dgm:spPr/>
    </dgm:pt>
    <dgm:pt modelId="{33C39F2D-1C1A-2D47-8C5B-21505C256CD9}" type="pres">
      <dgm:prSet presAssocID="{8763A529-A8C7-4240-A161-BA2488CCFBFD}" presName="tx1" presStyleLbl="revTx" presStyleIdx="2" presStyleCnt="6"/>
      <dgm:spPr/>
    </dgm:pt>
    <dgm:pt modelId="{1DF6E1D8-49D7-8143-AD22-902C41C8BEAE}" type="pres">
      <dgm:prSet presAssocID="{8763A529-A8C7-4240-A161-BA2488CCFBFD}" presName="vert1" presStyleCnt="0"/>
      <dgm:spPr/>
    </dgm:pt>
    <dgm:pt modelId="{44B59E06-5296-3843-8065-88BA6046A396}" type="pres">
      <dgm:prSet presAssocID="{3F326416-60E6-4642-9EA2-6EF23B01C804}" presName="thickLine" presStyleLbl="alignNode1" presStyleIdx="3" presStyleCnt="6"/>
      <dgm:spPr/>
    </dgm:pt>
    <dgm:pt modelId="{470F180A-9FF3-AB46-9AFF-890E06B7910B}" type="pres">
      <dgm:prSet presAssocID="{3F326416-60E6-4642-9EA2-6EF23B01C804}" presName="horz1" presStyleCnt="0"/>
      <dgm:spPr/>
    </dgm:pt>
    <dgm:pt modelId="{5D45FAD1-DB8B-764B-8A6C-127D41F6032D}" type="pres">
      <dgm:prSet presAssocID="{3F326416-60E6-4642-9EA2-6EF23B01C804}" presName="tx1" presStyleLbl="revTx" presStyleIdx="3" presStyleCnt="6"/>
      <dgm:spPr/>
    </dgm:pt>
    <dgm:pt modelId="{6839BFA8-DC88-DC4B-8377-E74CC3388AED}" type="pres">
      <dgm:prSet presAssocID="{3F326416-60E6-4642-9EA2-6EF23B01C804}" presName="vert1" presStyleCnt="0"/>
      <dgm:spPr/>
    </dgm:pt>
    <dgm:pt modelId="{2E2EC43F-6F88-4140-A01B-1EEA7A211E87}" type="pres">
      <dgm:prSet presAssocID="{72A042F7-0D09-4F07-BC06-CCDF11B9458B}" presName="thickLine" presStyleLbl="alignNode1" presStyleIdx="4" presStyleCnt="6"/>
      <dgm:spPr/>
    </dgm:pt>
    <dgm:pt modelId="{1A816820-50EE-054E-B69E-3F3488BBA2C4}" type="pres">
      <dgm:prSet presAssocID="{72A042F7-0D09-4F07-BC06-CCDF11B9458B}" presName="horz1" presStyleCnt="0"/>
      <dgm:spPr/>
    </dgm:pt>
    <dgm:pt modelId="{7B6DE944-4C32-0848-AFEE-DB8D78B7C995}" type="pres">
      <dgm:prSet presAssocID="{72A042F7-0D09-4F07-BC06-CCDF11B9458B}" presName="tx1" presStyleLbl="revTx" presStyleIdx="4" presStyleCnt="6"/>
      <dgm:spPr/>
    </dgm:pt>
    <dgm:pt modelId="{17B7AB43-F34B-B74A-9E75-3DC7520297A1}" type="pres">
      <dgm:prSet presAssocID="{72A042F7-0D09-4F07-BC06-CCDF11B9458B}" presName="vert1" presStyleCnt="0"/>
      <dgm:spPr/>
    </dgm:pt>
    <dgm:pt modelId="{9D95A560-8B37-6B4C-B378-CEFC48DAC4D1}" type="pres">
      <dgm:prSet presAssocID="{10F1236B-5428-4EA8-9E8F-B2F997601FB3}" presName="thickLine" presStyleLbl="alignNode1" presStyleIdx="5" presStyleCnt="6"/>
      <dgm:spPr/>
    </dgm:pt>
    <dgm:pt modelId="{44F5726A-EDA3-E94C-826B-8FC51F499032}" type="pres">
      <dgm:prSet presAssocID="{10F1236B-5428-4EA8-9E8F-B2F997601FB3}" presName="horz1" presStyleCnt="0"/>
      <dgm:spPr/>
    </dgm:pt>
    <dgm:pt modelId="{6DEF5134-F031-904C-BEB4-FC2B303412EA}" type="pres">
      <dgm:prSet presAssocID="{10F1236B-5428-4EA8-9E8F-B2F997601FB3}" presName="tx1" presStyleLbl="revTx" presStyleIdx="5" presStyleCnt="6"/>
      <dgm:spPr/>
    </dgm:pt>
    <dgm:pt modelId="{4C62D4F8-58E9-8A4E-B7ED-D019F557A3DD}" type="pres">
      <dgm:prSet presAssocID="{10F1236B-5428-4EA8-9E8F-B2F997601FB3}" presName="vert1" presStyleCnt="0"/>
      <dgm:spPr/>
    </dgm:pt>
  </dgm:ptLst>
  <dgm:cxnLst>
    <dgm:cxn modelId="{7FB94608-0FD0-F84D-BFC1-D9DD3F9FE720}" type="presOf" srcId="{72A042F7-0D09-4F07-BC06-CCDF11B9458B}" destId="{7B6DE944-4C32-0848-AFEE-DB8D78B7C995}" srcOrd="0" destOrd="0" presId="urn:microsoft.com/office/officeart/2008/layout/LinedList"/>
    <dgm:cxn modelId="{BBDB6F10-BD70-4A4A-A715-8D478C8B604D}" type="presOf" srcId="{3F326416-60E6-4642-9EA2-6EF23B01C804}" destId="{5D45FAD1-DB8B-764B-8A6C-127D41F6032D}" srcOrd="0" destOrd="0" presId="urn:microsoft.com/office/officeart/2008/layout/LinedList"/>
    <dgm:cxn modelId="{2CA32645-5EF8-4BDD-8D9C-13B844945FE6}" srcId="{A20434BF-B8A9-400E-A396-163886B9CC3C}" destId="{10F1236B-5428-4EA8-9E8F-B2F997601FB3}" srcOrd="5" destOrd="0" parTransId="{5895929E-5C88-454D-86AC-9636374BFF48}" sibTransId="{0E1153BF-71CE-4DD5-AA73-C439FCDA00F9}"/>
    <dgm:cxn modelId="{FB9A3757-02CC-0B49-BF49-1A387710DAC4}" srcId="{A20434BF-B8A9-400E-A396-163886B9CC3C}" destId="{5737A4AD-8794-5641-A4A4-BB1DFA2186EB}" srcOrd="1" destOrd="0" parTransId="{D96AA609-461A-474C-84A0-3F97145551EE}" sibTransId="{396BAE27-F1E3-EB44-B535-F7A5611372C1}"/>
    <dgm:cxn modelId="{B22BFF61-587E-4EAC-B978-D1A70D82077C}" srcId="{A20434BF-B8A9-400E-A396-163886B9CC3C}" destId="{72A042F7-0D09-4F07-BC06-CCDF11B9458B}" srcOrd="4" destOrd="0" parTransId="{F760240E-C896-42EF-8585-020E980B16D4}" sibTransId="{BCE1A7F9-94F5-4594-A04B-BAEE55A944EA}"/>
    <dgm:cxn modelId="{821FC08B-A211-4CEF-8FEE-BAFE25A3E9AB}" srcId="{A20434BF-B8A9-400E-A396-163886B9CC3C}" destId="{3F326416-60E6-4642-9EA2-6EF23B01C804}" srcOrd="3" destOrd="0" parTransId="{00EE83C7-968D-49F5-8891-0ED2503847C0}" sibTransId="{7D2123B5-3F88-42FC-88A1-D2577686D463}"/>
    <dgm:cxn modelId="{E30DF28B-79B6-A943-B039-09DAA7A7C6C0}" type="presOf" srcId="{A20434BF-B8A9-400E-A396-163886B9CC3C}" destId="{61E388A8-8FEA-3A4F-B296-6656C309E51B}" srcOrd="0" destOrd="0" presId="urn:microsoft.com/office/officeart/2008/layout/LinedList"/>
    <dgm:cxn modelId="{D239CB94-641B-4D29-9F4D-8073F4B6193B}" srcId="{A20434BF-B8A9-400E-A396-163886B9CC3C}" destId="{8763A529-A8C7-4240-A161-BA2488CCFBFD}" srcOrd="2" destOrd="0" parTransId="{1FE1C83E-D7F3-4863-B288-1C2C8B72D286}" sibTransId="{4F181C55-58F0-4E32-ADF5-742255348ED6}"/>
    <dgm:cxn modelId="{60B348C1-50F3-4C4A-BC83-1BA62C580B8F}" type="presOf" srcId="{9AB4B953-4459-4D24-B7DF-8102E2EF3D8F}" destId="{D28E50AE-D523-3548-8C3E-3CDF68DDEA8C}" srcOrd="0" destOrd="0" presId="urn:microsoft.com/office/officeart/2008/layout/LinedList"/>
    <dgm:cxn modelId="{50A799D8-65F2-344E-B128-63A0B95BE1DB}" type="presOf" srcId="{10F1236B-5428-4EA8-9E8F-B2F997601FB3}" destId="{6DEF5134-F031-904C-BEB4-FC2B303412EA}" srcOrd="0" destOrd="0" presId="urn:microsoft.com/office/officeart/2008/layout/LinedList"/>
    <dgm:cxn modelId="{503FD4E0-7DFE-6F4E-BBCF-31CB63E27EF7}" type="presOf" srcId="{5737A4AD-8794-5641-A4A4-BB1DFA2186EB}" destId="{37881A2F-A86E-AE40-8B5E-CE993A9FD1EC}" srcOrd="0" destOrd="0" presId="urn:microsoft.com/office/officeart/2008/layout/LinedList"/>
    <dgm:cxn modelId="{930AC9FD-A105-48F4-A288-66D4FA33C5D3}" srcId="{A20434BF-B8A9-400E-A396-163886B9CC3C}" destId="{9AB4B953-4459-4D24-B7DF-8102E2EF3D8F}" srcOrd="0" destOrd="0" parTransId="{3417DBF1-E4F1-46BA-917E-45023D124DD5}" sibTransId="{DA6BE6C9-C488-4288-9B77-80B6F6D99864}"/>
    <dgm:cxn modelId="{C21BB4FE-C422-F04D-A12B-E8B97EA35CE3}" type="presOf" srcId="{8763A529-A8C7-4240-A161-BA2488CCFBFD}" destId="{33C39F2D-1C1A-2D47-8C5B-21505C256CD9}" srcOrd="0" destOrd="0" presId="urn:microsoft.com/office/officeart/2008/layout/LinedList"/>
    <dgm:cxn modelId="{48123C7C-B09F-8C44-B231-B870AC338E70}" type="presParOf" srcId="{61E388A8-8FEA-3A4F-B296-6656C309E51B}" destId="{11061D1C-869A-404E-B82C-25FFD0B6F34C}" srcOrd="0" destOrd="0" presId="urn:microsoft.com/office/officeart/2008/layout/LinedList"/>
    <dgm:cxn modelId="{9AA8ABE5-0EE2-C34A-9BCF-E69D2B31ED9E}" type="presParOf" srcId="{61E388A8-8FEA-3A4F-B296-6656C309E51B}" destId="{BC83B862-FBA7-464F-89DB-AB9585695197}" srcOrd="1" destOrd="0" presId="urn:microsoft.com/office/officeart/2008/layout/LinedList"/>
    <dgm:cxn modelId="{D6470E20-A9D6-F34D-B782-961712E643B8}" type="presParOf" srcId="{BC83B862-FBA7-464F-89DB-AB9585695197}" destId="{D28E50AE-D523-3548-8C3E-3CDF68DDEA8C}" srcOrd="0" destOrd="0" presId="urn:microsoft.com/office/officeart/2008/layout/LinedList"/>
    <dgm:cxn modelId="{F4399C4C-8212-2E40-B8F6-93E600F3CFF1}" type="presParOf" srcId="{BC83B862-FBA7-464F-89DB-AB9585695197}" destId="{D8D7DA63-3655-4B47-8439-089AA0678922}" srcOrd="1" destOrd="0" presId="urn:microsoft.com/office/officeart/2008/layout/LinedList"/>
    <dgm:cxn modelId="{D80B54D6-85E8-2647-AF3D-698A85E364CC}" type="presParOf" srcId="{61E388A8-8FEA-3A4F-B296-6656C309E51B}" destId="{EE38BDDF-BDFC-444B-93AD-A94C33E54C2C}" srcOrd="2" destOrd="0" presId="urn:microsoft.com/office/officeart/2008/layout/LinedList"/>
    <dgm:cxn modelId="{DE4B6F4E-B258-BE40-815E-C979A58380AC}" type="presParOf" srcId="{61E388A8-8FEA-3A4F-B296-6656C309E51B}" destId="{0B7C5F37-7008-BE4F-A4A0-C26A4821EE25}" srcOrd="3" destOrd="0" presId="urn:microsoft.com/office/officeart/2008/layout/LinedList"/>
    <dgm:cxn modelId="{90E9A319-ACD3-DF4E-9BF4-71333A6134CC}" type="presParOf" srcId="{0B7C5F37-7008-BE4F-A4A0-C26A4821EE25}" destId="{37881A2F-A86E-AE40-8B5E-CE993A9FD1EC}" srcOrd="0" destOrd="0" presId="urn:microsoft.com/office/officeart/2008/layout/LinedList"/>
    <dgm:cxn modelId="{13158F29-89D4-D647-8071-C569C86FC68A}" type="presParOf" srcId="{0B7C5F37-7008-BE4F-A4A0-C26A4821EE25}" destId="{D369B178-5926-ED4B-B45B-9B7A74C4C822}" srcOrd="1" destOrd="0" presId="urn:microsoft.com/office/officeart/2008/layout/LinedList"/>
    <dgm:cxn modelId="{810FCA84-CC2D-CA4A-A1A6-E662AFAC5BEC}" type="presParOf" srcId="{61E388A8-8FEA-3A4F-B296-6656C309E51B}" destId="{D4DC7903-3F25-6143-879F-01ECDA7F6AD3}" srcOrd="4" destOrd="0" presId="urn:microsoft.com/office/officeart/2008/layout/LinedList"/>
    <dgm:cxn modelId="{7583ABFE-9A1E-4F44-A65C-8EAD91F096B0}" type="presParOf" srcId="{61E388A8-8FEA-3A4F-B296-6656C309E51B}" destId="{2FFA4E5C-E882-8140-B687-B8788E810740}" srcOrd="5" destOrd="0" presId="urn:microsoft.com/office/officeart/2008/layout/LinedList"/>
    <dgm:cxn modelId="{A612A995-D24C-BB47-A4F4-1D7A68C30B7C}" type="presParOf" srcId="{2FFA4E5C-E882-8140-B687-B8788E810740}" destId="{33C39F2D-1C1A-2D47-8C5B-21505C256CD9}" srcOrd="0" destOrd="0" presId="urn:microsoft.com/office/officeart/2008/layout/LinedList"/>
    <dgm:cxn modelId="{1C2146A4-8FED-E342-A5B7-8B21D767C7EC}" type="presParOf" srcId="{2FFA4E5C-E882-8140-B687-B8788E810740}" destId="{1DF6E1D8-49D7-8143-AD22-902C41C8BEAE}" srcOrd="1" destOrd="0" presId="urn:microsoft.com/office/officeart/2008/layout/LinedList"/>
    <dgm:cxn modelId="{88A5EEEF-4835-7D41-933D-8860C0DBD96E}" type="presParOf" srcId="{61E388A8-8FEA-3A4F-B296-6656C309E51B}" destId="{44B59E06-5296-3843-8065-88BA6046A396}" srcOrd="6" destOrd="0" presId="urn:microsoft.com/office/officeart/2008/layout/LinedList"/>
    <dgm:cxn modelId="{B4B9E6FD-86FA-6448-83E5-A8E2B85DC90B}" type="presParOf" srcId="{61E388A8-8FEA-3A4F-B296-6656C309E51B}" destId="{470F180A-9FF3-AB46-9AFF-890E06B7910B}" srcOrd="7" destOrd="0" presId="urn:microsoft.com/office/officeart/2008/layout/LinedList"/>
    <dgm:cxn modelId="{36C7B59E-F194-1E4E-8FC6-5689B2511164}" type="presParOf" srcId="{470F180A-9FF3-AB46-9AFF-890E06B7910B}" destId="{5D45FAD1-DB8B-764B-8A6C-127D41F6032D}" srcOrd="0" destOrd="0" presId="urn:microsoft.com/office/officeart/2008/layout/LinedList"/>
    <dgm:cxn modelId="{7AF70382-515C-0240-963A-F7CC390C2512}" type="presParOf" srcId="{470F180A-9FF3-AB46-9AFF-890E06B7910B}" destId="{6839BFA8-DC88-DC4B-8377-E74CC3388AED}" srcOrd="1" destOrd="0" presId="urn:microsoft.com/office/officeart/2008/layout/LinedList"/>
    <dgm:cxn modelId="{9DC13A52-94FE-CB47-8DDB-E2D1D53CAA2F}" type="presParOf" srcId="{61E388A8-8FEA-3A4F-B296-6656C309E51B}" destId="{2E2EC43F-6F88-4140-A01B-1EEA7A211E87}" srcOrd="8" destOrd="0" presId="urn:microsoft.com/office/officeart/2008/layout/LinedList"/>
    <dgm:cxn modelId="{E9CA6229-7411-9640-BDAE-2CDD75ED6672}" type="presParOf" srcId="{61E388A8-8FEA-3A4F-B296-6656C309E51B}" destId="{1A816820-50EE-054E-B69E-3F3488BBA2C4}" srcOrd="9" destOrd="0" presId="urn:microsoft.com/office/officeart/2008/layout/LinedList"/>
    <dgm:cxn modelId="{FF46955E-6393-474F-9FC8-2310C8BB1E45}" type="presParOf" srcId="{1A816820-50EE-054E-B69E-3F3488BBA2C4}" destId="{7B6DE944-4C32-0848-AFEE-DB8D78B7C995}" srcOrd="0" destOrd="0" presId="urn:microsoft.com/office/officeart/2008/layout/LinedList"/>
    <dgm:cxn modelId="{D0872856-40B7-1146-BE78-3FC27269E1CB}" type="presParOf" srcId="{1A816820-50EE-054E-B69E-3F3488BBA2C4}" destId="{17B7AB43-F34B-B74A-9E75-3DC7520297A1}" srcOrd="1" destOrd="0" presId="urn:microsoft.com/office/officeart/2008/layout/LinedList"/>
    <dgm:cxn modelId="{EF4AE42D-5DF8-7348-B7BC-FEB79ED069FF}" type="presParOf" srcId="{61E388A8-8FEA-3A4F-B296-6656C309E51B}" destId="{9D95A560-8B37-6B4C-B378-CEFC48DAC4D1}" srcOrd="10" destOrd="0" presId="urn:microsoft.com/office/officeart/2008/layout/LinedList"/>
    <dgm:cxn modelId="{99581BA9-6392-904D-8ED7-E49B0397F9F3}" type="presParOf" srcId="{61E388A8-8FEA-3A4F-B296-6656C309E51B}" destId="{44F5726A-EDA3-E94C-826B-8FC51F499032}" srcOrd="11" destOrd="0" presId="urn:microsoft.com/office/officeart/2008/layout/LinedList"/>
    <dgm:cxn modelId="{68E7DBDF-1028-FF44-A516-D47F06F866BA}" type="presParOf" srcId="{44F5726A-EDA3-E94C-826B-8FC51F499032}" destId="{6DEF5134-F031-904C-BEB4-FC2B303412EA}" srcOrd="0" destOrd="0" presId="urn:microsoft.com/office/officeart/2008/layout/LinedList"/>
    <dgm:cxn modelId="{1551BC4C-DBC2-6142-A2A3-5DDF16CC8311}" type="presParOf" srcId="{44F5726A-EDA3-E94C-826B-8FC51F499032}" destId="{4C62D4F8-58E9-8A4E-B7ED-D019F557A3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829E2D-A702-44C2-A53E-30B468614F4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944B85-7066-4236-A2FB-495985FB1776}">
      <dgm:prSet/>
      <dgm:spPr/>
      <dgm:t>
        <a:bodyPr/>
        <a:lstStyle/>
        <a:p>
          <a:r>
            <a:rPr lang="en-US" dirty="0"/>
            <a:t>Vision: Munsell system (Hue, Value, Chroma)</a:t>
          </a:r>
        </a:p>
      </dgm:t>
    </dgm:pt>
    <dgm:pt modelId="{E7A6FE5D-2207-4E41-B3CF-D9A688411FD0}" type="parTrans" cxnId="{7F28D242-8C3E-4495-A40B-098B95CEF944}">
      <dgm:prSet/>
      <dgm:spPr/>
      <dgm:t>
        <a:bodyPr/>
        <a:lstStyle/>
        <a:p>
          <a:endParaRPr lang="en-US"/>
        </a:p>
      </dgm:t>
    </dgm:pt>
    <dgm:pt modelId="{0683BEB3-9648-4512-9AD4-A6805C1779E4}" type="sibTrans" cxnId="{7F28D242-8C3E-4495-A40B-098B95CEF944}">
      <dgm:prSet/>
      <dgm:spPr/>
      <dgm:t>
        <a:bodyPr/>
        <a:lstStyle/>
        <a:p>
          <a:endParaRPr lang="en-US"/>
        </a:p>
      </dgm:t>
    </dgm:pt>
    <dgm:pt modelId="{618BC072-212E-4238-BE86-65C9369FEF1B}">
      <dgm:prSet/>
      <dgm:spPr/>
      <dgm:t>
        <a:bodyPr/>
        <a:lstStyle/>
        <a:p>
          <a:r>
            <a:rPr lang="en-US" dirty="0"/>
            <a:t>Sound: Frequency (pitch) and amplitude (loudness)</a:t>
          </a:r>
        </a:p>
      </dgm:t>
    </dgm:pt>
    <dgm:pt modelId="{68A13036-F610-436D-81F2-0DB03DE3E66B}" type="parTrans" cxnId="{CC573D67-4BFC-490A-A173-7BB4A9D55F6D}">
      <dgm:prSet/>
      <dgm:spPr/>
      <dgm:t>
        <a:bodyPr/>
        <a:lstStyle/>
        <a:p>
          <a:endParaRPr lang="en-US"/>
        </a:p>
      </dgm:t>
    </dgm:pt>
    <dgm:pt modelId="{611FEB37-8B9A-4D8F-9B22-DB12357CC66C}" type="sibTrans" cxnId="{CC573D67-4BFC-490A-A173-7BB4A9D55F6D}">
      <dgm:prSet/>
      <dgm:spPr/>
      <dgm:t>
        <a:bodyPr/>
        <a:lstStyle/>
        <a:p>
          <a:endParaRPr lang="en-US"/>
        </a:p>
      </dgm:t>
    </dgm:pt>
    <dgm:pt modelId="{EDAD5DF2-7A73-45C8-888C-119D0A578624}">
      <dgm:prSet/>
      <dgm:spPr/>
      <dgm:t>
        <a:bodyPr/>
        <a:lstStyle/>
        <a:p>
          <a:r>
            <a:rPr lang="en-US"/>
            <a:t>Smell: No universal dimensional model</a:t>
          </a:r>
        </a:p>
      </dgm:t>
    </dgm:pt>
    <dgm:pt modelId="{46DF96AC-9056-43F2-8DF3-3EF044E9C021}" type="parTrans" cxnId="{9289BC05-DCD1-48AE-996D-B29978961483}">
      <dgm:prSet/>
      <dgm:spPr/>
      <dgm:t>
        <a:bodyPr/>
        <a:lstStyle/>
        <a:p>
          <a:endParaRPr lang="en-US"/>
        </a:p>
      </dgm:t>
    </dgm:pt>
    <dgm:pt modelId="{C885ED27-C6C5-4623-AA8C-150196C3EEB5}" type="sibTrans" cxnId="{9289BC05-DCD1-48AE-996D-B29978961483}">
      <dgm:prSet/>
      <dgm:spPr/>
      <dgm:t>
        <a:bodyPr/>
        <a:lstStyle/>
        <a:p>
          <a:endParaRPr lang="en-US"/>
        </a:p>
      </dgm:t>
    </dgm:pt>
    <dgm:pt modelId="{3D3AFB55-8894-41CF-B079-887C2586944B}">
      <dgm:prSet/>
      <dgm:spPr/>
      <dgm:t>
        <a:bodyPr/>
        <a:lstStyle/>
        <a:p>
          <a:r>
            <a:rPr lang="en-US" dirty="0"/>
            <a:t>Gap in physics, chemistry, biology, and perception intersection</a:t>
          </a:r>
        </a:p>
      </dgm:t>
    </dgm:pt>
    <dgm:pt modelId="{23BB6B28-9A05-434D-B231-1345073EE5C9}" type="parTrans" cxnId="{0C962698-AE58-4089-991B-FE3B0697FC21}">
      <dgm:prSet/>
      <dgm:spPr/>
      <dgm:t>
        <a:bodyPr/>
        <a:lstStyle/>
        <a:p>
          <a:endParaRPr lang="en-US"/>
        </a:p>
      </dgm:t>
    </dgm:pt>
    <dgm:pt modelId="{7711558E-4115-4D20-A0F6-C0692D6B0E89}" type="sibTrans" cxnId="{0C962698-AE58-4089-991B-FE3B0697FC21}">
      <dgm:prSet/>
      <dgm:spPr/>
      <dgm:t>
        <a:bodyPr/>
        <a:lstStyle/>
        <a:p>
          <a:endParaRPr lang="en-US"/>
        </a:p>
      </dgm:t>
    </dgm:pt>
    <dgm:pt modelId="{19AB7EE3-E05E-DC48-A19F-2800E2845DDF}" type="pres">
      <dgm:prSet presAssocID="{5F829E2D-A702-44C2-A53E-30B468614F49}" presName="vert0" presStyleCnt="0">
        <dgm:presLayoutVars>
          <dgm:dir/>
          <dgm:animOne val="branch"/>
          <dgm:animLvl val="lvl"/>
        </dgm:presLayoutVars>
      </dgm:prSet>
      <dgm:spPr/>
    </dgm:pt>
    <dgm:pt modelId="{A36D230B-1525-EC4B-B92D-B35E4DCC8653}" type="pres">
      <dgm:prSet presAssocID="{40944B85-7066-4236-A2FB-495985FB1776}" presName="thickLine" presStyleLbl="alignNode1" presStyleIdx="0" presStyleCnt="4"/>
      <dgm:spPr/>
    </dgm:pt>
    <dgm:pt modelId="{AB52535A-B438-794C-A3C3-05E1913E6357}" type="pres">
      <dgm:prSet presAssocID="{40944B85-7066-4236-A2FB-495985FB1776}" presName="horz1" presStyleCnt="0"/>
      <dgm:spPr/>
    </dgm:pt>
    <dgm:pt modelId="{FBF793F0-1B20-AD4C-B6B4-B1931D5EB086}" type="pres">
      <dgm:prSet presAssocID="{40944B85-7066-4236-A2FB-495985FB1776}" presName="tx1" presStyleLbl="revTx" presStyleIdx="0" presStyleCnt="4"/>
      <dgm:spPr/>
    </dgm:pt>
    <dgm:pt modelId="{EF446131-5A03-D548-AFD9-2BEA0145A24D}" type="pres">
      <dgm:prSet presAssocID="{40944B85-7066-4236-A2FB-495985FB1776}" presName="vert1" presStyleCnt="0"/>
      <dgm:spPr/>
    </dgm:pt>
    <dgm:pt modelId="{7E31FBEC-8CD0-6644-B1E7-1056AD8E1E3D}" type="pres">
      <dgm:prSet presAssocID="{618BC072-212E-4238-BE86-65C9369FEF1B}" presName="thickLine" presStyleLbl="alignNode1" presStyleIdx="1" presStyleCnt="4"/>
      <dgm:spPr/>
    </dgm:pt>
    <dgm:pt modelId="{392A21DF-0382-3647-8647-5ECBE05A4CD7}" type="pres">
      <dgm:prSet presAssocID="{618BC072-212E-4238-BE86-65C9369FEF1B}" presName="horz1" presStyleCnt="0"/>
      <dgm:spPr/>
    </dgm:pt>
    <dgm:pt modelId="{8654053B-4876-034E-838A-E37F685971C7}" type="pres">
      <dgm:prSet presAssocID="{618BC072-212E-4238-BE86-65C9369FEF1B}" presName="tx1" presStyleLbl="revTx" presStyleIdx="1" presStyleCnt="4"/>
      <dgm:spPr/>
    </dgm:pt>
    <dgm:pt modelId="{9445776F-F81F-A24D-943C-371FD58E76B1}" type="pres">
      <dgm:prSet presAssocID="{618BC072-212E-4238-BE86-65C9369FEF1B}" presName="vert1" presStyleCnt="0"/>
      <dgm:spPr/>
    </dgm:pt>
    <dgm:pt modelId="{E8FE4C2C-4895-3F47-910C-F289D519E44F}" type="pres">
      <dgm:prSet presAssocID="{EDAD5DF2-7A73-45C8-888C-119D0A578624}" presName="thickLine" presStyleLbl="alignNode1" presStyleIdx="2" presStyleCnt="4"/>
      <dgm:spPr/>
    </dgm:pt>
    <dgm:pt modelId="{231DAC1E-0423-6641-9965-F7481B98F988}" type="pres">
      <dgm:prSet presAssocID="{EDAD5DF2-7A73-45C8-888C-119D0A578624}" presName="horz1" presStyleCnt="0"/>
      <dgm:spPr/>
    </dgm:pt>
    <dgm:pt modelId="{874C5A53-F0E5-6E40-A724-5FDDC60A89F5}" type="pres">
      <dgm:prSet presAssocID="{EDAD5DF2-7A73-45C8-888C-119D0A578624}" presName="tx1" presStyleLbl="revTx" presStyleIdx="2" presStyleCnt="4"/>
      <dgm:spPr/>
    </dgm:pt>
    <dgm:pt modelId="{35E71104-3517-E14E-97D9-DBDB55C0B333}" type="pres">
      <dgm:prSet presAssocID="{EDAD5DF2-7A73-45C8-888C-119D0A578624}" presName="vert1" presStyleCnt="0"/>
      <dgm:spPr/>
    </dgm:pt>
    <dgm:pt modelId="{690C3A78-E62D-F842-9658-2058B528C2C8}" type="pres">
      <dgm:prSet presAssocID="{3D3AFB55-8894-41CF-B079-887C2586944B}" presName="thickLine" presStyleLbl="alignNode1" presStyleIdx="3" presStyleCnt="4"/>
      <dgm:spPr/>
    </dgm:pt>
    <dgm:pt modelId="{8D91956D-513F-9A44-BF44-1AF3DDA47C6B}" type="pres">
      <dgm:prSet presAssocID="{3D3AFB55-8894-41CF-B079-887C2586944B}" presName="horz1" presStyleCnt="0"/>
      <dgm:spPr/>
    </dgm:pt>
    <dgm:pt modelId="{E9C6B60D-75B2-5541-B4E9-440B1D4C1FDA}" type="pres">
      <dgm:prSet presAssocID="{3D3AFB55-8894-41CF-B079-887C2586944B}" presName="tx1" presStyleLbl="revTx" presStyleIdx="3" presStyleCnt="4"/>
      <dgm:spPr/>
    </dgm:pt>
    <dgm:pt modelId="{86FA8EC2-91F9-E749-8E9B-7A32D0EE76B4}" type="pres">
      <dgm:prSet presAssocID="{3D3AFB55-8894-41CF-B079-887C2586944B}" presName="vert1" presStyleCnt="0"/>
      <dgm:spPr/>
    </dgm:pt>
  </dgm:ptLst>
  <dgm:cxnLst>
    <dgm:cxn modelId="{9289BC05-DCD1-48AE-996D-B29978961483}" srcId="{5F829E2D-A702-44C2-A53E-30B468614F49}" destId="{EDAD5DF2-7A73-45C8-888C-119D0A578624}" srcOrd="2" destOrd="0" parTransId="{46DF96AC-9056-43F2-8DF3-3EF044E9C021}" sibTransId="{C885ED27-C6C5-4623-AA8C-150196C3EEB5}"/>
    <dgm:cxn modelId="{4D510931-2CA3-A843-A661-E519D78E72DE}" type="presOf" srcId="{3D3AFB55-8894-41CF-B079-887C2586944B}" destId="{E9C6B60D-75B2-5541-B4E9-440B1D4C1FDA}" srcOrd="0" destOrd="0" presId="urn:microsoft.com/office/officeart/2008/layout/LinedList"/>
    <dgm:cxn modelId="{7F28D242-8C3E-4495-A40B-098B95CEF944}" srcId="{5F829E2D-A702-44C2-A53E-30B468614F49}" destId="{40944B85-7066-4236-A2FB-495985FB1776}" srcOrd="0" destOrd="0" parTransId="{E7A6FE5D-2207-4E41-B3CF-D9A688411FD0}" sibTransId="{0683BEB3-9648-4512-9AD4-A6805C1779E4}"/>
    <dgm:cxn modelId="{77D5C85F-561E-E74B-BD6A-B32A1B4A2684}" type="presOf" srcId="{EDAD5DF2-7A73-45C8-888C-119D0A578624}" destId="{874C5A53-F0E5-6E40-A724-5FDDC60A89F5}" srcOrd="0" destOrd="0" presId="urn:microsoft.com/office/officeart/2008/layout/LinedList"/>
    <dgm:cxn modelId="{CC573D67-4BFC-490A-A173-7BB4A9D55F6D}" srcId="{5F829E2D-A702-44C2-A53E-30B468614F49}" destId="{618BC072-212E-4238-BE86-65C9369FEF1B}" srcOrd="1" destOrd="0" parTransId="{68A13036-F610-436D-81F2-0DB03DE3E66B}" sibTransId="{611FEB37-8B9A-4D8F-9B22-DB12357CC66C}"/>
    <dgm:cxn modelId="{22FCC56C-D876-604A-B554-B58EEB9D5D7B}" type="presOf" srcId="{5F829E2D-A702-44C2-A53E-30B468614F49}" destId="{19AB7EE3-E05E-DC48-A19F-2800E2845DDF}" srcOrd="0" destOrd="0" presId="urn:microsoft.com/office/officeart/2008/layout/LinedList"/>
    <dgm:cxn modelId="{0C962698-AE58-4089-991B-FE3B0697FC21}" srcId="{5F829E2D-A702-44C2-A53E-30B468614F49}" destId="{3D3AFB55-8894-41CF-B079-887C2586944B}" srcOrd="3" destOrd="0" parTransId="{23BB6B28-9A05-434D-B231-1345073EE5C9}" sibTransId="{7711558E-4115-4D20-A0F6-C0692D6B0E89}"/>
    <dgm:cxn modelId="{ED0A47A3-323D-604B-9A51-10010F9B6D20}" type="presOf" srcId="{618BC072-212E-4238-BE86-65C9369FEF1B}" destId="{8654053B-4876-034E-838A-E37F685971C7}" srcOrd="0" destOrd="0" presId="urn:microsoft.com/office/officeart/2008/layout/LinedList"/>
    <dgm:cxn modelId="{189902B3-8EA7-C54E-ABB8-CC27397FE9D1}" type="presOf" srcId="{40944B85-7066-4236-A2FB-495985FB1776}" destId="{FBF793F0-1B20-AD4C-B6B4-B1931D5EB086}" srcOrd="0" destOrd="0" presId="urn:microsoft.com/office/officeart/2008/layout/LinedList"/>
    <dgm:cxn modelId="{13CD2261-61F2-5142-981B-365D534D8B1D}" type="presParOf" srcId="{19AB7EE3-E05E-DC48-A19F-2800E2845DDF}" destId="{A36D230B-1525-EC4B-B92D-B35E4DCC8653}" srcOrd="0" destOrd="0" presId="urn:microsoft.com/office/officeart/2008/layout/LinedList"/>
    <dgm:cxn modelId="{CE549517-77EB-0441-BF37-4D366CE756C0}" type="presParOf" srcId="{19AB7EE3-E05E-DC48-A19F-2800E2845DDF}" destId="{AB52535A-B438-794C-A3C3-05E1913E6357}" srcOrd="1" destOrd="0" presId="urn:microsoft.com/office/officeart/2008/layout/LinedList"/>
    <dgm:cxn modelId="{8CE0F219-CD12-1B4D-B437-91111CEA82C7}" type="presParOf" srcId="{AB52535A-B438-794C-A3C3-05E1913E6357}" destId="{FBF793F0-1B20-AD4C-B6B4-B1931D5EB086}" srcOrd="0" destOrd="0" presId="urn:microsoft.com/office/officeart/2008/layout/LinedList"/>
    <dgm:cxn modelId="{1AC6D487-B797-574F-BFCA-F038D5665E7E}" type="presParOf" srcId="{AB52535A-B438-794C-A3C3-05E1913E6357}" destId="{EF446131-5A03-D548-AFD9-2BEA0145A24D}" srcOrd="1" destOrd="0" presId="urn:microsoft.com/office/officeart/2008/layout/LinedList"/>
    <dgm:cxn modelId="{CE2F14A6-3CFD-EA4E-8394-3B29D596F705}" type="presParOf" srcId="{19AB7EE3-E05E-DC48-A19F-2800E2845DDF}" destId="{7E31FBEC-8CD0-6644-B1E7-1056AD8E1E3D}" srcOrd="2" destOrd="0" presId="urn:microsoft.com/office/officeart/2008/layout/LinedList"/>
    <dgm:cxn modelId="{A5B2D894-181C-4049-B47B-23803894E6D8}" type="presParOf" srcId="{19AB7EE3-E05E-DC48-A19F-2800E2845DDF}" destId="{392A21DF-0382-3647-8647-5ECBE05A4CD7}" srcOrd="3" destOrd="0" presId="urn:microsoft.com/office/officeart/2008/layout/LinedList"/>
    <dgm:cxn modelId="{C80F9F2C-5468-5A45-B173-0C42AE28ADD0}" type="presParOf" srcId="{392A21DF-0382-3647-8647-5ECBE05A4CD7}" destId="{8654053B-4876-034E-838A-E37F685971C7}" srcOrd="0" destOrd="0" presId="urn:microsoft.com/office/officeart/2008/layout/LinedList"/>
    <dgm:cxn modelId="{EC832237-85ED-174A-9C65-EB824CCC7E4C}" type="presParOf" srcId="{392A21DF-0382-3647-8647-5ECBE05A4CD7}" destId="{9445776F-F81F-A24D-943C-371FD58E76B1}" srcOrd="1" destOrd="0" presId="urn:microsoft.com/office/officeart/2008/layout/LinedList"/>
    <dgm:cxn modelId="{7E5DEBAC-D850-F345-BDF5-F81A0CACC1BF}" type="presParOf" srcId="{19AB7EE3-E05E-DC48-A19F-2800E2845DDF}" destId="{E8FE4C2C-4895-3F47-910C-F289D519E44F}" srcOrd="4" destOrd="0" presId="urn:microsoft.com/office/officeart/2008/layout/LinedList"/>
    <dgm:cxn modelId="{F35E23EC-60E2-4F42-ABF9-B0CA7E3D251E}" type="presParOf" srcId="{19AB7EE3-E05E-DC48-A19F-2800E2845DDF}" destId="{231DAC1E-0423-6641-9965-F7481B98F988}" srcOrd="5" destOrd="0" presId="urn:microsoft.com/office/officeart/2008/layout/LinedList"/>
    <dgm:cxn modelId="{F5C46DEE-0059-4240-81EF-3D2DA2BDA9F8}" type="presParOf" srcId="{231DAC1E-0423-6641-9965-F7481B98F988}" destId="{874C5A53-F0E5-6E40-A724-5FDDC60A89F5}" srcOrd="0" destOrd="0" presId="urn:microsoft.com/office/officeart/2008/layout/LinedList"/>
    <dgm:cxn modelId="{BE2EB3A9-16AC-AC46-BB05-2A0B644BC966}" type="presParOf" srcId="{231DAC1E-0423-6641-9965-F7481B98F988}" destId="{35E71104-3517-E14E-97D9-DBDB55C0B333}" srcOrd="1" destOrd="0" presId="urn:microsoft.com/office/officeart/2008/layout/LinedList"/>
    <dgm:cxn modelId="{1FA403EA-B407-5843-86B6-456064112ABB}" type="presParOf" srcId="{19AB7EE3-E05E-DC48-A19F-2800E2845DDF}" destId="{690C3A78-E62D-F842-9658-2058B528C2C8}" srcOrd="6" destOrd="0" presId="urn:microsoft.com/office/officeart/2008/layout/LinedList"/>
    <dgm:cxn modelId="{5BE48CD3-6333-1142-8116-B33CF9FD9422}" type="presParOf" srcId="{19AB7EE3-E05E-DC48-A19F-2800E2845DDF}" destId="{8D91956D-513F-9A44-BF44-1AF3DDA47C6B}" srcOrd="7" destOrd="0" presId="urn:microsoft.com/office/officeart/2008/layout/LinedList"/>
    <dgm:cxn modelId="{9954273C-F864-7E40-A156-D22A014BC5A0}" type="presParOf" srcId="{8D91956D-513F-9A44-BF44-1AF3DDA47C6B}" destId="{E9C6B60D-75B2-5541-B4E9-440B1D4C1FDA}" srcOrd="0" destOrd="0" presId="urn:microsoft.com/office/officeart/2008/layout/LinedList"/>
    <dgm:cxn modelId="{B08CA7A7-86EE-5841-BDF6-993FB880FBE8}" type="presParOf" srcId="{8D91956D-513F-9A44-BF44-1AF3DDA47C6B}" destId="{86FA8EC2-91F9-E749-8E9B-7A32D0EE76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DF9561-5822-4732-ADFC-026EF6127BB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F619950-01B0-4964-8299-BA21FF8CCB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Investigating odor-pitch interactions</a:t>
          </a:r>
        </a:p>
      </dgm:t>
    </dgm:pt>
    <dgm:pt modelId="{A11EC5D4-0D82-41D7-9B6B-C240BA98CECA}" type="parTrans" cxnId="{DB76EBBB-0411-4516-AE10-D9F0B66A3073}">
      <dgm:prSet/>
      <dgm:spPr/>
      <dgm:t>
        <a:bodyPr/>
        <a:lstStyle/>
        <a:p>
          <a:endParaRPr lang="en-US"/>
        </a:p>
      </dgm:t>
    </dgm:pt>
    <dgm:pt modelId="{62894B54-887E-4A67-A60E-E8BC24465F85}" type="sibTrans" cxnId="{DB76EBBB-0411-4516-AE10-D9F0B66A3073}">
      <dgm:prSet/>
      <dgm:spPr/>
      <dgm:t>
        <a:bodyPr/>
        <a:lstStyle/>
        <a:p>
          <a:endParaRPr lang="en-US"/>
        </a:p>
      </dgm:t>
    </dgm:pt>
    <dgm:pt modelId="{5BF405DE-6C08-4EB2-8A70-66CF4BC34B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Two potential mechanisms</a:t>
          </a:r>
        </a:p>
      </dgm:t>
    </dgm:pt>
    <dgm:pt modelId="{5353B5DF-C9EB-47B2-BA6F-96583D81A392}" type="parTrans" cxnId="{98E39567-CA6B-41B5-A098-46409BABCFAE}">
      <dgm:prSet/>
      <dgm:spPr/>
      <dgm:t>
        <a:bodyPr/>
        <a:lstStyle/>
        <a:p>
          <a:endParaRPr lang="en-US"/>
        </a:p>
      </dgm:t>
    </dgm:pt>
    <dgm:pt modelId="{9A97F1D1-CE41-4DD1-A1FC-67F573563103}" type="sibTrans" cxnId="{98E39567-CA6B-41B5-A098-46409BABCFAE}">
      <dgm:prSet/>
      <dgm:spPr/>
      <dgm:t>
        <a:bodyPr/>
        <a:lstStyle/>
        <a:p>
          <a:endParaRPr lang="en-US"/>
        </a:p>
      </dgm:t>
    </dgm:pt>
    <dgm:pt modelId="{DF976C92-F203-4B0A-A3C6-648D92480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Low-level sensory integration - Synesthetic experience</a:t>
          </a:r>
        </a:p>
        <a:p>
          <a:pPr>
            <a:lnSpc>
              <a:spcPct val="100000"/>
            </a:lnSpc>
          </a:pPr>
          <a:r>
            <a:rPr lang="en-US" b="1" dirty="0"/>
            <a:t>Or</a:t>
          </a:r>
        </a:p>
      </dgm:t>
    </dgm:pt>
    <dgm:pt modelId="{6E9494CA-56B5-47DF-A195-63DB90B74732}" type="parTrans" cxnId="{21CE285F-4C7C-49A8-AE5F-6A1E83E285DB}">
      <dgm:prSet/>
      <dgm:spPr/>
      <dgm:t>
        <a:bodyPr/>
        <a:lstStyle/>
        <a:p>
          <a:endParaRPr lang="en-US"/>
        </a:p>
      </dgm:t>
    </dgm:pt>
    <dgm:pt modelId="{80090620-3775-4408-82ED-564D3AA9FE8F}" type="sibTrans" cxnId="{21CE285F-4C7C-49A8-AE5F-6A1E83E285DB}">
      <dgm:prSet/>
      <dgm:spPr/>
      <dgm:t>
        <a:bodyPr/>
        <a:lstStyle/>
        <a:p>
          <a:endParaRPr lang="en-US"/>
        </a:p>
      </dgm:t>
    </dgm:pt>
    <dgm:pt modelId="{D0E8EFB0-1D4B-4779-B52B-0551C5BD25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Semantic coding through metaphorical language</a:t>
          </a:r>
        </a:p>
      </dgm:t>
    </dgm:pt>
    <dgm:pt modelId="{20FA7F7B-C048-4326-8A37-336AF138CF91}" type="parTrans" cxnId="{14C21FD1-F577-4D0A-87B5-0984B11A26EF}">
      <dgm:prSet/>
      <dgm:spPr/>
      <dgm:t>
        <a:bodyPr/>
        <a:lstStyle/>
        <a:p>
          <a:endParaRPr lang="en-US"/>
        </a:p>
      </dgm:t>
    </dgm:pt>
    <dgm:pt modelId="{AC07FC0C-8F87-45DF-B719-8079137DFDE6}" type="sibTrans" cxnId="{14C21FD1-F577-4D0A-87B5-0984B11A26EF}">
      <dgm:prSet/>
      <dgm:spPr/>
      <dgm:t>
        <a:bodyPr/>
        <a:lstStyle/>
        <a:p>
          <a:endParaRPr lang="en-US"/>
        </a:p>
      </dgm:t>
    </dgm:pt>
    <dgm:pt modelId="{CA5BC1D5-FB11-4FEB-9C06-6FBA2E097017}" type="pres">
      <dgm:prSet presAssocID="{C2DF9561-5822-4732-ADFC-026EF6127BB4}" presName="root" presStyleCnt="0">
        <dgm:presLayoutVars>
          <dgm:dir/>
          <dgm:resizeHandles val="exact"/>
        </dgm:presLayoutVars>
      </dgm:prSet>
      <dgm:spPr/>
    </dgm:pt>
    <dgm:pt modelId="{B4C6506B-F68D-420A-966F-A45A8327CE7A}" type="pres">
      <dgm:prSet presAssocID="{AF619950-01B0-4964-8299-BA21FF8CCB95}" presName="compNode" presStyleCnt="0"/>
      <dgm:spPr/>
    </dgm:pt>
    <dgm:pt modelId="{F6F582EE-FF93-4A41-98D1-255C92C5E60A}" type="pres">
      <dgm:prSet presAssocID="{AF619950-01B0-4964-8299-BA21FF8CCB9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אף"/>
        </a:ext>
      </dgm:extLst>
    </dgm:pt>
    <dgm:pt modelId="{ECB7F11E-9668-464A-A69A-F7C00F9B4982}" type="pres">
      <dgm:prSet presAssocID="{AF619950-01B0-4964-8299-BA21FF8CCB95}" presName="iconSpace" presStyleCnt="0"/>
      <dgm:spPr/>
    </dgm:pt>
    <dgm:pt modelId="{5874F5DE-4C09-4C99-8D21-7039D4412300}" type="pres">
      <dgm:prSet presAssocID="{AF619950-01B0-4964-8299-BA21FF8CCB95}" presName="parTx" presStyleLbl="revTx" presStyleIdx="0" presStyleCnt="4">
        <dgm:presLayoutVars>
          <dgm:chMax val="0"/>
          <dgm:chPref val="0"/>
        </dgm:presLayoutVars>
      </dgm:prSet>
      <dgm:spPr/>
    </dgm:pt>
    <dgm:pt modelId="{6109F4DA-F3F0-49E1-BCD5-6432F90BDA9F}" type="pres">
      <dgm:prSet presAssocID="{AF619950-01B0-4964-8299-BA21FF8CCB95}" presName="txSpace" presStyleCnt="0"/>
      <dgm:spPr/>
    </dgm:pt>
    <dgm:pt modelId="{53F96ACE-FCBC-41C3-ACA4-7FDEF1CB11E6}" type="pres">
      <dgm:prSet presAssocID="{AF619950-01B0-4964-8299-BA21FF8CCB95}" presName="desTx" presStyleLbl="revTx" presStyleIdx="1" presStyleCnt="4">
        <dgm:presLayoutVars/>
      </dgm:prSet>
      <dgm:spPr/>
    </dgm:pt>
    <dgm:pt modelId="{59C7DD31-8FBE-468D-9106-5AF7BF91906B}" type="pres">
      <dgm:prSet presAssocID="{62894B54-887E-4A67-A60E-E8BC24465F85}" presName="sibTrans" presStyleCnt="0"/>
      <dgm:spPr/>
    </dgm:pt>
    <dgm:pt modelId="{369CF72E-4EA6-4799-9E7B-31A6EB3D3D45}" type="pres">
      <dgm:prSet presAssocID="{5BF405DE-6C08-4EB2-8A70-66CF4BC34BBE}" presName="compNode" presStyleCnt="0"/>
      <dgm:spPr/>
    </dgm:pt>
    <dgm:pt modelId="{4F59998D-AD11-4FCD-B56A-02DF3E10C9A4}" type="pres">
      <dgm:prSet presAssocID="{5BF405DE-6C08-4EB2-8A70-66CF4BC34BB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B850D77-9DE0-4FCB-8B9C-6F3A6673D97E}" type="pres">
      <dgm:prSet presAssocID="{5BF405DE-6C08-4EB2-8A70-66CF4BC34BBE}" presName="iconSpace" presStyleCnt="0"/>
      <dgm:spPr/>
    </dgm:pt>
    <dgm:pt modelId="{228B3DA3-9A89-4B7C-8973-074765415E46}" type="pres">
      <dgm:prSet presAssocID="{5BF405DE-6C08-4EB2-8A70-66CF4BC34BBE}" presName="parTx" presStyleLbl="revTx" presStyleIdx="2" presStyleCnt="4">
        <dgm:presLayoutVars>
          <dgm:chMax val="0"/>
          <dgm:chPref val="0"/>
        </dgm:presLayoutVars>
      </dgm:prSet>
      <dgm:spPr/>
    </dgm:pt>
    <dgm:pt modelId="{1409B0A9-68E9-4679-A9A2-B2A9BA74B580}" type="pres">
      <dgm:prSet presAssocID="{5BF405DE-6C08-4EB2-8A70-66CF4BC34BBE}" presName="txSpace" presStyleCnt="0"/>
      <dgm:spPr/>
    </dgm:pt>
    <dgm:pt modelId="{03873427-1A34-4EBE-8259-BA43290A6DCC}" type="pres">
      <dgm:prSet presAssocID="{5BF405DE-6C08-4EB2-8A70-66CF4BC34BBE}" presName="desTx" presStyleLbl="revTx" presStyleIdx="3" presStyleCnt="4" custLinFactNeighborX="-843" custLinFactNeighborY="-7406">
        <dgm:presLayoutVars/>
      </dgm:prSet>
      <dgm:spPr/>
    </dgm:pt>
  </dgm:ptLst>
  <dgm:cxnLst>
    <dgm:cxn modelId="{CB789A00-5D99-427D-A617-F3D3A2DA72B0}" type="presOf" srcId="{DF976C92-F203-4B0A-A3C6-648D92480FD0}" destId="{03873427-1A34-4EBE-8259-BA43290A6DCC}" srcOrd="0" destOrd="0" presId="urn:microsoft.com/office/officeart/2018/5/layout/CenteredIconLabelDescriptionList"/>
    <dgm:cxn modelId="{18F80536-A08C-43AC-9F07-9EB52D4E9909}" type="presOf" srcId="{C2DF9561-5822-4732-ADFC-026EF6127BB4}" destId="{CA5BC1D5-FB11-4FEB-9C06-6FBA2E097017}" srcOrd="0" destOrd="0" presId="urn:microsoft.com/office/officeart/2018/5/layout/CenteredIconLabelDescriptionList"/>
    <dgm:cxn modelId="{6DD99852-E54A-42B4-8990-5C0A3F1E44A1}" type="presOf" srcId="{D0E8EFB0-1D4B-4779-B52B-0551C5BD254F}" destId="{03873427-1A34-4EBE-8259-BA43290A6DCC}" srcOrd="0" destOrd="1" presId="urn:microsoft.com/office/officeart/2018/5/layout/CenteredIconLabelDescriptionList"/>
    <dgm:cxn modelId="{21CE285F-4C7C-49A8-AE5F-6A1E83E285DB}" srcId="{5BF405DE-6C08-4EB2-8A70-66CF4BC34BBE}" destId="{DF976C92-F203-4B0A-A3C6-648D92480FD0}" srcOrd="0" destOrd="0" parTransId="{6E9494CA-56B5-47DF-A195-63DB90B74732}" sibTransId="{80090620-3775-4408-82ED-564D3AA9FE8F}"/>
    <dgm:cxn modelId="{98E39567-CA6B-41B5-A098-46409BABCFAE}" srcId="{C2DF9561-5822-4732-ADFC-026EF6127BB4}" destId="{5BF405DE-6C08-4EB2-8A70-66CF4BC34BBE}" srcOrd="1" destOrd="0" parTransId="{5353B5DF-C9EB-47B2-BA6F-96583D81A392}" sibTransId="{9A97F1D1-CE41-4DD1-A1FC-67F573563103}"/>
    <dgm:cxn modelId="{DB76EBBB-0411-4516-AE10-D9F0B66A3073}" srcId="{C2DF9561-5822-4732-ADFC-026EF6127BB4}" destId="{AF619950-01B0-4964-8299-BA21FF8CCB95}" srcOrd="0" destOrd="0" parTransId="{A11EC5D4-0D82-41D7-9B6B-C240BA98CECA}" sibTransId="{62894B54-887E-4A67-A60E-E8BC24465F85}"/>
    <dgm:cxn modelId="{E4E64ACC-2F0B-4728-97EB-D3441DF1EA2A}" type="presOf" srcId="{AF619950-01B0-4964-8299-BA21FF8CCB95}" destId="{5874F5DE-4C09-4C99-8D21-7039D4412300}" srcOrd="0" destOrd="0" presId="urn:microsoft.com/office/officeart/2018/5/layout/CenteredIconLabelDescriptionList"/>
    <dgm:cxn modelId="{14C21FD1-F577-4D0A-87B5-0984B11A26EF}" srcId="{5BF405DE-6C08-4EB2-8A70-66CF4BC34BBE}" destId="{D0E8EFB0-1D4B-4779-B52B-0551C5BD254F}" srcOrd="1" destOrd="0" parTransId="{20FA7F7B-C048-4326-8A37-336AF138CF91}" sibTransId="{AC07FC0C-8F87-45DF-B719-8079137DFDE6}"/>
    <dgm:cxn modelId="{1E6724E2-2890-48A5-8553-E2C759C28168}" type="presOf" srcId="{5BF405DE-6C08-4EB2-8A70-66CF4BC34BBE}" destId="{228B3DA3-9A89-4B7C-8973-074765415E46}" srcOrd="0" destOrd="0" presId="urn:microsoft.com/office/officeart/2018/5/layout/CenteredIconLabelDescriptionList"/>
    <dgm:cxn modelId="{DA309F3B-159E-4FBA-BFDF-5544CCB7A852}" type="presParOf" srcId="{CA5BC1D5-FB11-4FEB-9C06-6FBA2E097017}" destId="{B4C6506B-F68D-420A-966F-A45A8327CE7A}" srcOrd="0" destOrd="0" presId="urn:microsoft.com/office/officeart/2018/5/layout/CenteredIconLabelDescriptionList"/>
    <dgm:cxn modelId="{6EF9EF22-72F0-4836-9B71-BE9277CBDF40}" type="presParOf" srcId="{B4C6506B-F68D-420A-966F-A45A8327CE7A}" destId="{F6F582EE-FF93-4A41-98D1-255C92C5E60A}" srcOrd="0" destOrd="0" presId="urn:microsoft.com/office/officeart/2018/5/layout/CenteredIconLabelDescriptionList"/>
    <dgm:cxn modelId="{7D0FD619-135C-4604-81B5-411995FD623A}" type="presParOf" srcId="{B4C6506B-F68D-420A-966F-A45A8327CE7A}" destId="{ECB7F11E-9668-464A-A69A-F7C00F9B4982}" srcOrd="1" destOrd="0" presId="urn:microsoft.com/office/officeart/2018/5/layout/CenteredIconLabelDescriptionList"/>
    <dgm:cxn modelId="{EE85FF14-725D-4421-A889-FDB159048BA6}" type="presParOf" srcId="{B4C6506B-F68D-420A-966F-A45A8327CE7A}" destId="{5874F5DE-4C09-4C99-8D21-7039D4412300}" srcOrd="2" destOrd="0" presId="urn:microsoft.com/office/officeart/2018/5/layout/CenteredIconLabelDescriptionList"/>
    <dgm:cxn modelId="{D09C5494-4BCF-4730-8868-A848B1DD9182}" type="presParOf" srcId="{B4C6506B-F68D-420A-966F-A45A8327CE7A}" destId="{6109F4DA-F3F0-49E1-BCD5-6432F90BDA9F}" srcOrd="3" destOrd="0" presId="urn:microsoft.com/office/officeart/2018/5/layout/CenteredIconLabelDescriptionList"/>
    <dgm:cxn modelId="{A7184D9E-9420-458C-AF99-680A11AC57F2}" type="presParOf" srcId="{B4C6506B-F68D-420A-966F-A45A8327CE7A}" destId="{53F96ACE-FCBC-41C3-ACA4-7FDEF1CB11E6}" srcOrd="4" destOrd="0" presId="urn:microsoft.com/office/officeart/2018/5/layout/CenteredIconLabelDescriptionList"/>
    <dgm:cxn modelId="{4D8EE852-BE08-4E69-9926-2F8AC6418DA2}" type="presParOf" srcId="{CA5BC1D5-FB11-4FEB-9C06-6FBA2E097017}" destId="{59C7DD31-8FBE-468D-9106-5AF7BF91906B}" srcOrd="1" destOrd="0" presId="urn:microsoft.com/office/officeart/2018/5/layout/CenteredIconLabelDescriptionList"/>
    <dgm:cxn modelId="{0A10B1AC-91E0-453A-8F68-9CF428995252}" type="presParOf" srcId="{CA5BC1D5-FB11-4FEB-9C06-6FBA2E097017}" destId="{369CF72E-4EA6-4799-9E7B-31A6EB3D3D45}" srcOrd="2" destOrd="0" presId="urn:microsoft.com/office/officeart/2018/5/layout/CenteredIconLabelDescriptionList"/>
    <dgm:cxn modelId="{79B95776-B7C3-40AD-9B74-D349F2414A25}" type="presParOf" srcId="{369CF72E-4EA6-4799-9E7B-31A6EB3D3D45}" destId="{4F59998D-AD11-4FCD-B56A-02DF3E10C9A4}" srcOrd="0" destOrd="0" presId="urn:microsoft.com/office/officeart/2018/5/layout/CenteredIconLabelDescriptionList"/>
    <dgm:cxn modelId="{F9C179A2-019A-4D09-A894-CB2D90A7F3C5}" type="presParOf" srcId="{369CF72E-4EA6-4799-9E7B-31A6EB3D3D45}" destId="{3B850D77-9DE0-4FCB-8B9C-6F3A6673D97E}" srcOrd="1" destOrd="0" presId="urn:microsoft.com/office/officeart/2018/5/layout/CenteredIconLabelDescriptionList"/>
    <dgm:cxn modelId="{E93C2257-7EB0-44F9-A2FE-50F80E12CB48}" type="presParOf" srcId="{369CF72E-4EA6-4799-9E7B-31A6EB3D3D45}" destId="{228B3DA3-9A89-4B7C-8973-074765415E46}" srcOrd="2" destOrd="0" presId="urn:microsoft.com/office/officeart/2018/5/layout/CenteredIconLabelDescriptionList"/>
    <dgm:cxn modelId="{409070DE-56E7-41FC-B6C1-2A62C2B0CD51}" type="presParOf" srcId="{369CF72E-4EA6-4799-9E7B-31A6EB3D3D45}" destId="{1409B0A9-68E9-4679-A9A2-B2A9BA74B580}" srcOrd="3" destOrd="0" presId="urn:microsoft.com/office/officeart/2018/5/layout/CenteredIconLabelDescriptionList"/>
    <dgm:cxn modelId="{2CD5A3C7-C2C4-479C-8457-66F48C8D6CE8}" type="presParOf" srcId="{369CF72E-4EA6-4799-9E7B-31A6EB3D3D45}" destId="{03873427-1A34-4EBE-8259-BA43290A6DC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8BC0B6-6FDA-4B4D-AB77-A68D6EBD5A54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7905B48-787B-4056-8533-5B1983815121}">
      <dgm:prSet/>
      <dgm:spPr/>
      <dgm:t>
        <a:bodyPr/>
        <a:lstStyle/>
        <a:p>
          <a:r>
            <a:rPr lang="en-US" dirty="0"/>
            <a:t>Participants: 2 </a:t>
          </a:r>
          <a:r>
            <a:rPr lang="en-US" dirty="0">
              <a:solidFill>
                <a:schemeClr val="bg1"/>
              </a:solidFill>
            </a:rPr>
            <a:t>professional perfumers</a:t>
          </a:r>
        </a:p>
      </dgm:t>
    </dgm:pt>
    <dgm:pt modelId="{37B0C28A-C92C-4612-8632-E6F889EB24E7}" type="parTrans" cxnId="{741E17E1-0A45-4913-8F38-E260C20A9DB1}">
      <dgm:prSet/>
      <dgm:spPr/>
      <dgm:t>
        <a:bodyPr/>
        <a:lstStyle/>
        <a:p>
          <a:endParaRPr lang="en-US"/>
        </a:p>
      </dgm:t>
    </dgm:pt>
    <dgm:pt modelId="{CD0D7E1D-D18C-4ED0-8B42-C0E8B13FD956}" type="sibTrans" cxnId="{741E17E1-0A45-4913-8F38-E260C20A9DB1}">
      <dgm:prSet/>
      <dgm:spPr/>
      <dgm:t>
        <a:bodyPr/>
        <a:lstStyle/>
        <a:p>
          <a:endParaRPr lang="en-US"/>
        </a:p>
      </dgm:t>
    </dgm:pt>
    <dgm:pt modelId="{A60E39D3-AA0B-42AD-9B84-4EC469077AB1}">
      <dgm:prSet/>
      <dgm:spPr/>
      <dgm:t>
        <a:bodyPr/>
        <a:lstStyle/>
        <a:p>
          <a:r>
            <a:rPr lang="en-US" dirty="0"/>
            <a:t>Materials: </a:t>
          </a:r>
          <a:br>
            <a:rPr lang="en-US" dirty="0"/>
          </a:br>
          <a:r>
            <a:rPr lang="en-US" dirty="0"/>
            <a:t>Sub 1 - 20 Odors </a:t>
          </a:r>
          <a:br>
            <a:rPr lang="en-US" dirty="0"/>
          </a:br>
          <a:r>
            <a:rPr lang="en-US" dirty="0"/>
            <a:t>Sub 2 - 45 odors</a:t>
          </a:r>
        </a:p>
      </dgm:t>
    </dgm:pt>
    <dgm:pt modelId="{780D447E-4BCD-415D-AD72-854B6FF506D1}" type="parTrans" cxnId="{2CCBBA3A-FA8D-490E-99C1-DC2353D2254B}">
      <dgm:prSet/>
      <dgm:spPr/>
      <dgm:t>
        <a:bodyPr/>
        <a:lstStyle/>
        <a:p>
          <a:endParaRPr lang="en-US"/>
        </a:p>
      </dgm:t>
    </dgm:pt>
    <dgm:pt modelId="{E870CE3A-A39D-4F40-AF20-7CAEF831AA3E}" type="sibTrans" cxnId="{2CCBBA3A-FA8D-490E-99C1-DC2353D2254B}">
      <dgm:prSet/>
      <dgm:spPr/>
      <dgm:t>
        <a:bodyPr/>
        <a:lstStyle/>
        <a:p>
          <a:endParaRPr lang="en-US"/>
        </a:p>
      </dgm:t>
    </dgm:pt>
    <dgm:pt modelId="{D8D159E4-54BD-48E3-A51A-CEB5DD9B76B6}">
      <dgm:prSet/>
      <dgm:spPr/>
      <dgm:t>
        <a:bodyPr/>
        <a:lstStyle/>
        <a:p>
          <a:r>
            <a:rPr lang="en-US" dirty="0"/>
            <a:t>Task: Match odors to adjustable pitch (starting at 500Hz)</a:t>
          </a:r>
        </a:p>
      </dgm:t>
    </dgm:pt>
    <dgm:pt modelId="{2FFF5738-BB1D-4AA3-90EF-10289DAF397B}" type="parTrans" cxnId="{954A9B15-FCF2-40DA-AA13-8B6F45D9BF87}">
      <dgm:prSet/>
      <dgm:spPr/>
      <dgm:t>
        <a:bodyPr/>
        <a:lstStyle/>
        <a:p>
          <a:endParaRPr lang="en-US"/>
        </a:p>
      </dgm:t>
    </dgm:pt>
    <dgm:pt modelId="{13DE738D-DCDA-4052-89B7-AC3956127391}" type="sibTrans" cxnId="{954A9B15-FCF2-40DA-AA13-8B6F45D9BF87}">
      <dgm:prSet/>
      <dgm:spPr/>
      <dgm:t>
        <a:bodyPr/>
        <a:lstStyle/>
        <a:p>
          <a:endParaRPr lang="en-US"/>
        </a:p>
      </dgm:t>
    </dgm:pt>
    <dgm:pt modelId="{F76C7BA1-89B7-4449-ACE1-A72242949E56}">
      <dgm:prSet/>
      <dgm:spPr/>
      <dgm:t>
        <a:bodyPr/>
        <a:lstStyle/>
        <a:p>
          <a:r>
            <a:rPr lang="en-US" dirty="0"/>
            <a:t>Two trials per odor, two weeks apart</a:t>
          </a:r>
        </a:p>
      </dgm:t>
    </dgm:pt>
    <dgm:pt modelId="{49B29164-BFCD-4943-8514-ADE1A9E67FF3}" type="parTrans" cxnId="{A09E8EE2-96C5-454F-90C6-823E39AAF700}">
      <dgm:prSet/>
      <dgm:spPr/>
      <dgm:t>
        <a:bodyPr/>
        <a:lstStyle/>
        <a:p>
          <a:endParaRPr lang="en-US"/>
        </a:p>
      </dgm:t>
    </dgm:pt>
    <dgm:pt modelId="{FC2AF5A2-AB10-4811-A9A2-5F446F75A4BB}" type="sibTrans" cxnId="{A09E8EE2-96C5-454F-90C6-823E39AAF700}">
      <dgm:prSet/>
      <dgm:spPr/>
      <dgm:t>
        <a:bodyPr/>
        <a:lstStyle/>
        <a:p>
          <a:endParaRPr lang="en-US"/>
        </a:p>
      </dgm:t>
    </dgm:pt>
    <dgm:pt modelId="{33DD7964-FF13-E849-912D-95031DDB898E}" type="pres">
      <dgm:prSet presAssocID="{D28BC0B6-6FDA-4B4D-AB77-A68D6EBD5A54}" presName="Name0" presStyleCnt="0">
        <dgm:presLayoutVars>
          <dgm:dir/>
          <dgm:animLvl val="lvl"/>
          <dgm:resizeHandles val="exact"/>
        </dgm:presLayoutVars>
      </dgm:prSet>
      <dgm:spPr/>
    </dgm:pt>
    <dgm:pt modelId="{6143DCA2-F45E-9642-A868-C8F5BEFEFFC6}" type="pres">
      <dgm:prSet presAssocID="{77905B48-787B-4056-8533-5B1983815121}" presName="linNode" presStyleCnt="0"/>
      <dgm:spPr/>
    </dgm:pt>
    <dgm:pt modelId="{0342FE5C-2F9C-AC4F-B798-E6D75E60DF58}" type="pres">
      <dgm:prSet presAssocID="{77905B48-787B-4056-8533-5B198381512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AB962DC-C0A6-F94F-89FA-4E016A1E14F9}" type="pres">
      <dgm:prSet presAssocID="{CD0D7E1D-D18C-4ED0-8B42-C0E8B13FD956}" presName="sp" presStyleCnt="0"/>
      <dgm:spPr/>
    </dgm:pt>
    <dgm:pt modelId="{C1884A82-0E63-AA45-8CA8-FA5516418403}" type="pres">
      <dgm:prSet presAssocID="{A60E39D3-AA0B-42AD-9B84-4EC469077AB1}" presName="linNode" presStyleCnt="0"/>
      <dgm:spPr/>
    </dgm:pt>
    <dgm:pt modelId="{FBC1EB89-A560-394A-AC42-EF76094E4A2B}" type="pres">
      <dgm:prSet presAssocID="{A60E39D3-AA0B-42AD-9B84-4EC469077AB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B64F0F6-D920-6E47-AC24-4525CD1FFF08}" type="pres">
      <dgm:prSet presAssocID="{E870CE3A-A39D-4F40-AF20-7CAEF831AA3E}" presName="sp" presStyleCnt="0"/>
      <dgm:spPr/>
    </dgm:pt>
    <dgm:pt modelId="{334C76E3-4790-394D-9193-BD166DE4C87B}" type="pres">
      <dgm:prSet presAssocID="{D8D159E4-54BD-48E3-A51A-CEB5DD9B76B6}" presName="linNode" presStyleCnt="0"/>
      <dgm:spPr/>
    </dgm:pt>
    <dgm:pt modelId="{4CC2A908-551B-8F49-B073-C9BB4D3DDD4C}" type="pres">
      <dgm:prSet presAssocID="{D8D159E4-54BD-48E3-A51A-CEB5DD9B76B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D9F0F7C-DFF7-C74D-834D-D0062CEB7B3D}" type="pres">
      <dgm:prSet presAssocID="{13DE738D-DCDA-4052-89B7-AC3956127391}" presName="sp" presStyleCnt="0"/>
      <dgm:spPr/>
    </dgm:pt>
    <dgm:pt modelId="{A310BFAB-A3D6-1845-A052-77982AE9CF3C}" type="pres">
      <dgm:prSet presAssocID="{F76C7BA1-89B7-4449-ACE1-A72242949E56}" presName="linNode" presStyleCnt="0"/>
      <dgm:spPr/>
    </dgm:pt>
    <dgm:pt modelId="{18CACF74-9ABA-7B46-8725-228A244F9D64}" type="pres">
      <dgm:prSet presAssocID="{F76C7BA1-89B7-4449-ACE1-A72242949E56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954A9B15-FCF2-40DA-AA13-8B6F45D9BF87}" srcId="{D28BC0B6-6FDA-4B4D-AB77-A68D6EBD5A54}" destId="{D8D159E4-54BD-48E3-A51A-CEB5DD9B76B6}" srcOrd="2" destOrd="0" parTransId="{2FFF5738-BB1D-4AA3-90EF-10289DAF397B}" sibTransId="{13DE738D-DCDA-4052-89B7-AC3956127391}"/>
    <dgm:cxn modelId="{DE21BA3A-BB86-3145-88F5-C4FED6BD9238}" type="presOf" srcId="{D28BC0B6-6FDA-4B4D-AB77-A68D6EBD5A54}" destId="{33DD7964-FF13-E849-912D-95031DDB898E}" srcOrd="0" destOrd="0" presId="urn:microsoft.com/office/officeart/2005/8/layout/vList5"/>
    <dgm:cxn modelId="{2CCBBA3A-FA8D-490E-99C1-DC2353D2254B}" srcId="{D28BC0B6-6FDA-4B4D-AB77-A68D6EBD5A54}" destId="{A60E39D3-AA0B-42AD-9B84-4EC469077AB1}" srcOrd="1" destOrd="0" parTransId="{780D447E-4BCD-415D-AD72-854B6FF506D1}" sibTransId="{E870CE3A-A39D-4F40-AF20-7CAEF831AA3E}"/>
    <dgm:cxn modelId="{3596095B-A17F-3A4C-B476-D74E85885769}" type="presOf" srcId="{A60E39D3-AA0B-42AD-9B84-4EC469077AB1}" destId="{FBC1EB89-A560-394A-AC42-EF76094E4A2B}" srcOrd="0" destOrd="0" presId="urn:microsoft.com/office/officeart/2005/8/layout/vList5"/>
    <dgm:cxn modelId="{5EDDE15C-2695-3044-BCD4-E6409F3F3C2C}" type="presOf" srcId="{77905B48-787B-4056-8533-5B1983815121}" destId="{0342FE5C-2F9C-AC4F-B798-E6D75E60DF58}" srcOrd="0" destOrd="0" presId="urn:microsoft.com/office/officeart/2005/8/layout/vList5"/>
    <dgm:cxn modelId="{8FF3C564-3D06-774A-9556-B38017090BE3}" type="presOf" srcId="{D8D159E4-54BD-48E3-A51A-CEB5DD9B76B6}" destId="{4CC2A908-551B-8F49-B073-C9BB4D3DDD4C}" srcOrd="0" destOrd="0" presId="urn:microsoft.com/office/officeart/2005/8/layout/vList5"/>
    <dgm:cxn modelId="{741E17E1-0A45-4913-8F38-E260C20A9DB1}" srcId="{D28BC0B6-6FDA-4B4D-AB77-A68D6EBD5A54}" destId="{77905B48-787B-4056-8533-5B1983815121}" srcOrd="0" destOrd="0" parTransId="{37B0C28A-C92C-4612-8632-E6F889EB24E7}" sibTransId="{CD0D7E1D-D18C-4ED0-8B42-C0E8B13FD956}"/>
    <dgm:cxn modelId="{A09E8EE2-96C5-454F-90C6-823E39AAF700}" srcId="{D28BC0B6-6FDA-4B4D-AB77-A68D6EBD5A54}" destId="{F76C7BA1-89B7-4449-ACE1-A72242949E56}" srcOrd="3" destOrd="0" parTransId="{49B29164-BFCD-4943-8514-ADE1A9E67FF3}" sibTransId="{FC2AF5A2-AB10-4811-A9A2-5F446F75A4BB}"/>
    <dgm:cxn modelId="{CB1537ED-9FDC-F449-BE32-A38CEE8FAE85}" type="presOf" srcId="{F76C7BA1-89B7-4449-ACE1-A72242949E56}" destId="{18CACF74-9ABA-7B46-8725-228A244F9D64}" srcOrd="0" destOrd="0" presId="urn:microsoft.com/office/officeart/2005/8/layout/vList5"/>
    <dgm:cxn modelId="{A50EEA84-D6D1-4242-82C8-85F605546722}" type="presParOf" srcId="{33DD7964-FF13-E849-912D-95031DDB898E}" destId="{6143DCA2-F45E-9642-A868-C8F5BEFEFFC6}" srcOrd="0" destOrd="0" presId="urn:microsoft.com/office/officeart/2005/8/layout/vList5"/>
    <dgm:cxn modelId="{E2DEA5BC-5789-E54C-A3EC-E181108B7F63}" type="presParOf" srcId="{6143DCA2-F45E-9642-A868-C8F5BEFEFFC6}" destId="{0342FE5C-2F9C-AC4F-B798-E6D75E60DF58}" srcOrd="0" destOrd="0" presId="urn:microsoft.com/office/officeart/2005/8/layout/vList5"/>
    <dgm:cxn modelId="{0C58BCA3-A6A8-1243-8F43-E0899407459C}" type="presParOf" srcId="{33DD7964-FF13-E849-912D-95031DDB898E}" destId="{2AB962DC-C0A6-F94F-89FA-4E016A1E14F9}" srcOrd="1" destOrd="0" presId="urn:microsoft.com/office/officeart/2005/8/layout/vList5"/>
    <dgm:cxn modelId="{B90CC944-CCE6-0D44-8F62-E23CF1C8D824}" type="presParOf" srcId="{33DD7964-FF13-E849-912D-95031DDB898E}" destId="{C1884A82-0E63-AA45-8CA8-FA5516418403}" srcOrd="2" destOrd="0" presId="urn:microsoft.com/office/officeart/2005/8/layout/vList5"/>
    <dgm:cxn modelId="{3664C29A-1D51-DF4A-A06B-8031C5C28EB2}" type="presParOf" srcId="{C1884A82-0E63-AA45-8CA8-FA5516418403}" destId="{FBC1EB89-A560-394A-AC42-EF76094E4A2B}" srcOrd="0" destOrd="0" presId="urn:microsoft.com/office/officeart/2005/8/layout/vList5"/>
    <dgm:cxn modelId="{D46E5063-4706-F049-BE13-ED6503406F56}" type="presParOf" srcId="{33DD7964-FF13-E849-912D-95031DDB898E}" destId="{FB64F0F6-D920-6E47-AC24-4525CD1FFF08}" srcOrd="3" destOrd="0" presId="urn:microsoft.com/office/officeart/2005/8/layout/vList5"/>
    <dgm:cxn modelId="{31C8E6DF-3363-2A4F-B643-C711FF469DE2}" type="presParOf" srcId="{33DD7964-FF13-E849-912D-95031DDB898E}" destId="{334C76E3-4790-394D-9193-BD166DE4C87B}" srcOrd="4" destOrd="0" presId="urn:microsoft.com/office/officeart/2005/8/layout/vList5"/>
    <dgm:cxn modelId="{57D2D6CC-FEDA-7D4F-A853-E35FCC78C2CE}" type="presParOf" srcId="{334C76E3-4790-394D-9193-BD166DE4C87B}" destId="{4CC2A908-551B-8F49-B073-C9BB4D3DDD4C}" srcOrd="0" destOrd="0" presId="urn:microsoft.com/office/officeart/2005/8/layout/vList5"/>
    <dgm:cxn modelId="{086D56C5-C8AF-D94B-AC95-3D545AB55FD6}" type="presParOf" srcId="{33DD7964-FF13-E849-912D-95031DDB898E}" destId="{DD9F0F7C-DFF7-C74D-834D-D0062CEB7B3D}" srcOrd="5" destOrd="0" presId="urn:microsoft.com/office/officeart/2005/8/layout/vList5"/>
    <dgm:cxn modelId="{74C783CE-526D-0C46-AFC7-6D5441D63AFE}" type="presParOf" srcId="{33DD7964-FF13-E849-912D-95031DDB898E}" destId="{A310BFAB-A3D6-1845-A052-77982AE9CF3C}" srcOrd="6" destOrd="0" presId="urn:microsoft.com/office/officeart/2005/8/layout/vList5"/>
    <dgm:cxn modelId="{B38213F7-DB6E-4F4C-AC66-5C1ED0E84D98}" type="presParOf" srcId="{A310BFAB-A3D6-1845-A052-77982AE9CF3C}" destId="{18CACF74-9ABA-7B46-8725-228A244F9D6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8BC0B6-6FDA-4B4D-AB77-A68D6EBD5A54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7905B48-787B-4056-8533-5B1983815121}">
      <dgm:prSet/>
      <dgm:spPr/>
      <dgm:t>
        <a:bodyPr/>
        <a:lstStyle/>
        <a:p>
          <a:r>
            <a:rPr lang="en-US"/>
            <a:t>Participants: 40 adults</a:t>
          </a:r>
        </a:p>
      </dgm:t>
    </dgm:pt>
    <dgm:pt modelId="{37B0C28A-C92C-4612-8632-E6F889EB24E7}" type="parTrans" cxnId="{741E17E1-0A45-4913-8F38-E260C20A9DB1}">
      <dgm:prSet/>
      <dgm:spPr/>
      <dgm:t>
        <a:bodyPr/>
        <a:lstStyle/>
        <a:p>
          <a:endParaRPr lang="en-US"/>
        </a:p>
      </dgm:t>
    </dgm:pt>
    <dgm:pt modelId="{CD0D7E1D-D18C-4ED0-8B42-C0E8B13FD956}" type="sibTrans" cxnId="{741E17E1-0A45-4913-8F38-E260C20A9DB1}">
      <dgm:prSet/>
      <dgm:spPr/>
      <dgm:t>
        <a:bodyPr/>
        <a:lstStyle/>
        <a:p>
          <a:endParaRPr lang="en-US"/>
        </a:p>
      </dgm:t>
    </dgm:pt>
    <dgm:pt modelId="{A60E39D3-AA0B-42AD-9B84-4EC469077AB1}">
      <dgm:prSet/>
      <dgm:spPr/>
      <dgm:t>
        <a:bodyPr/>
        <a:lstStyle/>
        <a:p>
          <a:r>
            <a:rPr lang="en-US" dirty="0"/>
            <a:t>Materials: 7 </a:t>
          </a:r>
          <a:r>
            <a:rPr lang="en-US" b="1" dirty="0"/>
            <a:t>Nameless</a:t>
          </a:r>
          <a:r>
            <a:rPr lang="en-US" dirty="0"/>
            <a:t> odors, Pitch Generator</a:t>
          </a:r>
        </a:p>
      </dgm:t>
    </dgm:pt>
    <dgm:pt modelId="{780D447E-4BCD-415D-AD72-854B6FF506D1}" type="parTrans" cxnId="{2CCBBA3A-FA8D-490E-99C1-DC2353D2254B}">
      <dgm:prSet/>
      <dgm:spPr/>
      <dgm:t>
        <a:bodyPr/>
        <a:lstStyle/>
        <a:p>
          <a:endParaRPr lang="en-US"/>
        </a:p>
      </dgm:t>
    </dgm:pt>
    <dgm:pt modelId="{E870CE3A-A39D-4F40-AF20-7CAEF831AA3E}" type="sibTrans" cxnId="{2CCBBA3A-FA8D-490E-99C1-DC2353D2254B}">
      <dgm:prSet/>
      <dgm:spPr/>
      <dgm:t>
        <a:bodyPr/>
        <a:lstStyle/>
        <a:p>
          <a:endParaRPr lang="en-US"/>
        </a:p>
      </dgm:t>
    </dgm:pt>
    <dgm:pt modelId="{1DC3C6A1-EF5F-45B6-B4B0-145F731AD626}">
      <dgm:prSet/>
      <dgm:spPr/>
      <dgm:t>
        <a:bodyPr/>
        <a:lstStyle/>
        <a:p>
          <a:r>
            <a:rPr lang="en-US" dirty="0"/>
            <a:t>Eugenol, </a:t>
          </a:r>
          <a:r>
            <a:rPr lang="en-US" dirty="0" err="1"/>
            <a:t>Cirtonelly</a:t>
          </a:r>
          <a:r>
            <a:rPr lang="en-US" dirty="0"/>
            <a:t>, Linalool, Indole, </a:t>
          </a:r>
          <a:r>
            <a:rPr lang="en-US" dirty="0" err="1"/>
            <a:t>Galaxolide</a:t>
          </a:r>
          <a:r>
            <a:rPr lang="en-US" dirty="0"/>
            <a:t>, PEA, </a:t>
          </a:r>
          <a:r>
            <a:rPr lang="en-US" dirty="0" err="1"/>
            <a:t>Gallbascone</a:t>
          </a:r>
          <a:endParaRPr lang="en-US" dirty="0"/>
        </a:p>
      </dgm:t>
    </dgm:pt>
    <dgm:pt modelId="{BAFC74DF-7E71-4B8B-8C8F-81AE591A9BF2}" type="parTrans" cxnId="{8A12435A-E90B-4A86-8887-7F7931D67D60}">
      <dgm:prSet/>
      <dgm:spPr/>
      <dgm:t>
        <a:bodyPr/>
        <a:lstStyle/>
        <a:p>
          <a:endParaRPr lang="en-US"/>
        </a:p>
      </dgm:t>
    </dgm:pt>
    <dgm:pt modelId="{F203BD87-55EE-4FCD-A05B-35682D958AA4}" type="sibTrans" cxnId="{8A12435A-E90B-4A86-8887-7F7931D67D60}">
      <dgm:prSet/>
      <dgm:spPr/>
      <dgm:t>
        <a:bodyPr/>
        <a:lstStyle/>
        <a:p>
          <a:endParaRPr lang="en-US"/>
        </a:p>
      </dgm:t>
    </dgm:pt>
    <dgm:pt modelId="{D8D159E4-54BD-48E3-A51A-CEB5DD9B76B6}">
      <dgm:prSet/>
      <dgm:spPr/>
      <dgm:t>
        <a:bodyPr/>
        <a:lstStyle/>
        <a:p>
          <a:r>
            <a:rPr lang="en-US" dirty="0"/>
            <a:t>Task: Match odors to adjustable pitch (starting at 500Hz)</a:t>
          </a:r>
        </a:p>
      </dgm:t>
    </dgm:pt>
    <dgm:pt modelId="{2FFF5738-BB1D-4AA3-90EF-10289DAF397B}" type="parTrans" cxnId="{954A9B15-FCF2-40DA-AA13-8B6F45D9BF87}">
      <dgm:prSet/>
      <dgm:spPr/>
      <dgm:t>
        <a:bodyPr/>
        <a:lstStyle/>
        <a:p>
          <a:endParaRPr lang="en-US"/>
        </a:p>
      </dgm:t>
    </dgm:pt>
    <dgm:pt modelId="{13DE738D-DCDA-4052-89B7-AC3956127391}" type="sibTrans" cxnId="{954A9B15-FCF2-40DA-AA13-8B6F45D9BF87}">
      <dgm:prSet/>
      <dgm:spPr/>
      <dgm:t>
        <a:bodyPr/>
        <a:lstStyle/>
        <a:p>
          <a:endParaRPr lang="en-US"/>
        </a:p>
      </dgm:t>
    </dgm:pt>
    <dgm:pt modelId="{F76C7BA1-89B7-4449-ACE1-A72242949E56}">
      <dgm:prSet/>
      <dgm:spPr/>
      <dgm:t>
        <a:bodyPr/>
        <a:lstStyle/>
        <a:p>
          <a:r>
            <a:rPr lang="en-US"/>
            <a:t>Three trials per odor</a:t>
          </a:r>
        </a:p>
      </dgm:t>
    </dgm:pt>
    <dgm:pt modelId="{49B29164-BFCD-4943-8514-ADE1A9E67FF3}" type="parTrans" cxnId="{A09E8EE2-96C5-454F-90C6-823E39AAF700}">
      <dgm:prSet/>
      <dgm:spPr/>
      <dgm:t>
        <a:bodyPr/>
        <a:lstStyle/>
        <a:p>
          <a:endParaRPr lang="en-US"/>
        </a:p>
      </dgm:t>
    </dgm:pt>
    <dgm:pt modelId="{FC2AF5A2-AB10-4811-A9A2-5F446F75A4BB}" type="sibTrans" cxnId="{A09E8EE2-96C5-454F-90C6-823E39AAF700}">
      <dgm:prSet/>
      <dgm:spPr/>
      <dgm:t>
        <a:bodyPr/>
        <a:lstStyle/>
        <a:p>
          <a:endParaRPr lang="en-US"/>
        </a:p>
      </dgm:t>
    </dgm:pt>
    <dgm:pt modelId="{33DD7964-FF13-E849-912D-95031DDB898E}" type="pres">
      <dgm:prSet presAssocID="{D28BC0B6-6FDA-4B4D-AB77-A68D6EBD5A54}" presName="Name0" presStyleCnt="0">
        <dgm:presLayoutVars>
          <dgm:dir/>
          <dgm:animLvl val="lvl"/>
          <dgm:resizeHandles val="exact"/>
        </dgm:presLayoutVars>
      </dgm:prSet>
      <dgm:spPr/>
    </dgm:pt>
    <dgm:pt modelId="{6143DCA2-F45E-9642-A868-C8F5BEFEFFC6}" type="pres">
      <dgm:prSet presAssocID="{77905B48-787B-4056-8533-5B1983815121}" presName="linNode" presStyleCnt="0"/>
      <dgm:spPr/>
    </dgm:pt>
    <dgm:pt modelId="{0342FE5C-2F9C-AC4F-B798-E6D75E60DF58}" type="pres">
      <dgm:prSet presAssocID="{77905B48-787B-4056-8533-5B198381512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AB962DC-C0A6-F94F-89FA-4E016A1E14F9}" type="pres">
      <dgm:prSet presAssocID="{CD0D7E1D-D18C-4ED0-8B42-C0E8B13FD956}" presName="sp" presStyleCnt="0"/>
      <dgm:spPr/>
    </dgm:pt>
    <dgm:pt modelId="{C1884A82-0E63-AA45-8CA8-FA5516418403}" type="pres">
      <dgm:prSet presAssocID="{A60E39D3-AA0B-42AD-9B84-4EC469077AB1}" presName="linNode" presStyleCnt="0"/>
      <dgm:spPr/>
    </dgm:pt>
    <dgm:pt modelId="{FBC1EB89-A560-394A-AC42-EF76094E4A2B}" type="pres">
      <dgm:prSet presAssocID="{A60E39D3-AA0B-42AD-9B84-4EC469077AB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836635C-36D1-1F44-8E83-E339DBB2F76A}" type="pres">
      <dgm:prSet presAssocID="{A60E39D3-AA0B-42AD-9B84-4EC469077AB1}" presName="descendantText" presStyleLbl="alignAccFollowNode1" presStyleIdx="0" presStyleCnt="1">
        <dgm:presLayoutVars>
          <dgm:bulletEnabled val="1"/>
        </dgm:presLayoutVars>
      </dgm:prSet>
      <dgm:spPr/>
    </dgm:pt>
    <dgm:pt modelId="{FB64F0F6-D920-6E47-AC24-4525CD1FFF08}" type="pres">
      <dgm:prSet presAssocID="{E870CE3A-A39D-4F40-AF20-7CAEF831AA3E}" presName="sp" presStyleCnt="0"/>
      <dgm:spPr/>
    </dgm:pt>
    <dgm:pt modelId="{334C76E3-4790-394D-9193-BD166DE4C87B}" type="pres">
      <dgm:prSet presAssocID="{D8D159E4-54BD-48E3-A51A-CEB5DD9B76B6}" presName="linNode" presStyleCnt="0"/>
      <dgm:spPr/>
    </dgm:pt>
    <dgm:pt modelId="{4CC2A908-551B-8F49-B073-C9BB4D3DDD4C}" type="pres">
      <dgm:prSet presAssocID="{D8D159E4-54BD-48E3-A51A-CEB5DD9B76B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D9F0F7C-DFF7-C74D-834D-D0062CEB7B3D}" type="pres">
      <dgm:prSet presAssocID="{13DE738D-DCDA-4052-89B7-AC3956127391}" presName="sp" presStyleCnt="0"/>
      <dgm:spPr/>
    </dgm:pt>
    <dgm:pt modelId="{A310BFAB-A3D6-1845-A052-77982AE9CF3C}" type="pres">
      <dgm:prSet presAssocID="{F76C7BA1-89B7-4449-ACE1-A72242949E56}" presName="linNode" presStyleCnt="0"/>
      <dgm:spPr/>
    </dgm:pt>
    <dgm:pt modelId="{18CACF74-9ABA-7B46-8725-228A244F9D64}" type="pres">
      <dgm:prSet presAssocID="{F76C7BA1-89B7-4449-ACE1-A72242949E56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954A9B15-FCF2-40DA-AA13-8B6F45D9BF87}" srcId="{D28BC0B6-6FDA-4B4D-AB77-A68D6EBD5A54}" destId="{D8D159E4-54BD-48E3-A51A-CEB5DD9B76B6}" srcOrd="2" destOrd="0" parTransId="{2FFF5738-BB1D-4AA3-90EF-10289DAF397B}" sibTransId="{13DE738D-DCDA-4052-89B7-AC3956127391}"/>
    <dgm:cxn modelId="{DE21BA3A-BB86-3145-88F5-C4FED6BD9238}" type="presOf" srcId="{D28BC0B6-6FDA-4B4D-AB77-A68D6EBD5A54}" destId="{33DD7964-FF13-E849-912D-95031DDB898E}" srcOrd="0" destOrd="0" presId="urn:microsoft.com/office/officeart/2005/8/layout/vList5"/>
    <dgm:cxn modelId="{2CCBBA3A-FA8D-490E-99C1-DC2353D2254B}" srcId="{D28BC0B6-6FDA-4B4D-AB77-A68D6EBD5A54}" destId="{A60E39D3-AA0B-42AD-9B84-4EC469077AB1}" srcOrd="1" destOrd="0" parTransId="{780D447E-4BCD-415D-AD72-854B6FF506D1}" sibTransId="{E870CE3A-A39D-4F40-AF20-7CAEF831AA3E}"/>
    <dgm:cxn modelId="{8A12435A-E90B-4A86-8887-7F7931D67D60}" srcId="{A60E39D3-AA0B-42AD-9B84-4EC469077AB1}" destId="{1DC3C6A1-EF5F-45B6-B4B0-145F731AD626}" srcOrd="0" destOrd="0" parTransId="{BAFC74DF-7E71-4B8B-8C8F-81AE591A9BF2}" sibTransId="{F203BD87-55EE-4FCD-A05B-35682D958AA4}"/>
    <dgm:cxn modelId="{3596095B-A17F-3A4C-B476-D74E85885769}" type="presOf" srcId="{A60E39D3-AA0B-42AD-9B84-4EC469077AB1}" destId="{FBC1EB89-A560-394A-AC42-EF76094E4A2B}" srcOrd="0" destOrd="0" presId="urn:microsoft.com/office/officeart/2005/8/layout/vList5"/>
    <dgm:cxn modelId="{5EDDE15C-2695-3044-BCD4-E6409F3F3C2C}" type="presOf" srcId="{77905B48-787B-4056-8533-5B1983815121}" destId="{0342FE5C-2F9C-AC4F-B798-E6D75E60DF58}" srcOrd="0" destOrd="0" presId="urn:microsoft.com/office/officeart/2005/8/layout/vList5"/>
    <dgm:cxn modelId="{8FF3C564-3D06-774A-9556-B38017090BE3}" type="presOf" srcId="{D8D159E4-54BD-48E3-A51A-CEB5DD9B76B6}" destId="{4CC2A908-551B-8F49-B073-C9BB4D3DDD4C}" srcOrd="0" destOrd="0" presId="urn:microsoft.com/office/officeart/2005/8/layout/vList5"/>
    <dgm:cxn modelId="{6692EC7F-6096-834E-9AA7-002318430842}" type="presOf" srcId="{1DC3C6A1-EF5F-45B6-B4B0-145F731AD626}" destId="{8836635C-36D1-1F44-8E83-E339DBB2F76A}" srcOrd="0" destOrd="0" presId="urn:microsoft.com/office/officeart/2005/8/layout/vList5"/>
    <dgm:cxn modelId="{741E17E1-0A45-4913-8F38-E260C20A9DB1}" srcId="{D28BC0B6-6FDA-4B4D-AB77-A68D6EBD5A54}" destId="{77905B48-787B-4056-8533-5B1983815121}" srcOrd="0" destOrd="0" parTransId="{37B0C28A-C92C-4612-8632-E6F889EB24E7}" sibTransId="{CD0D7E1D-D18C-4ED0-8B42-C0E8B13FD956}"/>
    <dgm:cxn modelId="{A09E8EE2-96C5-454F-90C6-823E39AAF700}" srcId="{D28BC0B6-6FDA-4B4D-AB77-A68D6EBD5A54}" destId="{F76C7BA1-89B7-4449-ACE1-A72242949E56}" srcOrd="3" destOrd="0" parTransId="{49B29164-BFCD-4943-8514-ADE1A9E67FF3}" sibTransId="{FC2AF5A2-AB10-4811-A9A2-5F446F75A4BB}"/>
    <dgm:cxn modelId="{CB1537ED-9FDC-F449-BE32-A38CEE8FAE85}" type="presOf" srcId="{F76C7BA1-89B7-4449-ACE1-A72242949E56}" destId="{18CACF74-9ABA-7B46-8725-228A244F9D64}" srcOrd="0" destOrd="0" presId="urn:microsoft.com/office/officeart/2005/8/layout/vList5"/>
    <dgm:cxn modelId="{A50EEA84-D6D1-4242-82C8-85F605546722}" type="presParOf" srcId="{33DD7964-FF13-E849-912D-95031DDB898E}" destId="{6143DCA2-F45E-9642-A868-C8F5BEFEFFC6}" srcOrd="0" destOrd="0" presId="urn:microsoft.com/office/officeart/2005/8/layout/vList5"/>
    <dgm:cxn modelId="{E2DEA5BC-5789-E54C-A3EC-E181108B7F63}" type="presParOf" srcId="{6143DCA2-F45E-9642-A868-C8F5BEFEFFC6}" destId="{0342FE5C-2F9C-AC4F-B798-E6D75E60DF58}" srcOrd="0" destOrd="0" presId="urn:microsoft.com/office/officeart/2005/8/layout/vList5"/>
    <dgm:cxn modelId="{0C58BCA3-A6A8-1243-8F43-E0899407459C}" type="presParOf" srcId="{33DD7964-FF13-E849-912D-95031DDB898E}" destId="{2AB962DC-C0A6-F94F-89FA-4E016A1E14F9}" srcOrd="1" destOrd="0" presId="urn:microsoft.com/office/officeart/2005/8/layout/vList5"/>
    <dgm:cxn modelId="{B90CC944-CCE6-0D44-8F62-E23CF1C8D824}" type="presParOf" srcId="{33DD7964-FF13-E849-912D-95031DDB898E}" destId="{C1884A82-0E63-AA45-8CA8-FA5516418403}" srcOrd="2" destOrd="0" presId="urn:microsoft.com/office/officeart/2005/8/layout/vList5"/>
    <dgm:cxn modelId="{3664C29A-1D51-DF4A-A06B-8031C5C28EB2}" type="presParOf" srcId="{C1884A82-0E63-AA45-8CA8-FA5516418403}" destId="{FBC1EB89-A560-394A-AC42-EF76094E4A2B}" srcOrd="0" destOrd="0" presId="urn:microsoft.com/office/officeart/2005/8/layout/vList5"/>
    <dgm:cxn modelId="{2FA560AA-38EB-CB4C-96BB-E4583BB79DE1}" type="presParOf" srcId="{C1884A82-0E63-AA45-8CA8-FA5516418403}" destId="{8836635C-36D1-1F44-8E83-E339DBB2F76A}" srcOrd="1" destOrd="0" presId="urn:microsoft.com/office/officeart/2005/8/layout/vList5"/>
    <dgm:cxn modelId="{D46E5063-4706-F049-BE13-ED6503406F56}" type="presParOf" srcId="{33DD7964-FF13-E849-912D-95031DDB898E}" destId="{FB64F0F6-D920-6E47-AC24-4525CD1FFF08}" srcOrd="3" destOrd="0" presId="urn:microsoft.com/office/officeart/2005/8/layout/vList5"/>
    <dgm:cxn modelId="{31C8E6DF-3363-2A4F-B643-C711FF469DE2}" type="presParOf" srcId="{33DD7964-FF13-E849-912D-95031DDB898E}" destId="{334C76E3-4790-394D-9193-BD166DE4C87B}" srcOrd="4" destOrd="0" presId="urn:microsoft.com/office/officeart/2005/8/layout/vList5"/>
    <dgm:cxn modelId="{57D2D6CC-FEDA-7D4F-A853-E35FCC78C2CE}" type="presParOf" srcId="{334C76E3-4790-394D-9193-BD166DE4C87B}" destId="{4CC2A908-551B-8F49-B073-C9BB4D3DDD4C}" srcOrd="0" destOrd="0" presId="urn:microsoft.com/office/officeart/2005/8/layout/vList5"/>
    <dgm:cxn modelId="{086D56C5-C8AF-D94B-AC95-3D545AB55FD6}" type="presParOf" srcId="{33DD7964-FF13-E849-912D-95031DDB898E}" destId="{DD9F0F7C-DFF7-C74D-834D-D0062CEB7B3D}" srcOrd="5" destOrd="0" presId="urn:microsoft.com/office/officeart/2005/8/layout/vList5"/>
    <dgm:cxn modelId="{74C783CE-526D-0C46-AFC7-6D5441D63AFE}" type="presParOf" srcId="{33DD7964-FF13-E849-912D-95031DDB898E}" destId="{A310BFAB-A3D6-1845-A052-77982AE9CF3C}" srcOrd="6" destOrd="0" presId="urn:microsoft.com/office/officeart/2005/8/layout/vList5"/>
    <dgm:cxn modelId="{B38213F7-DB6E-4F4C-AC66-5C1ED0E84D98}" type="presParOf" srcId="{A310BFAB-A3D6-1845-A052-77982AE9CF3C}" destId="{18CACF74-9ABA-7B46-8725-228A244F9D6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9E6B5B-D9FC-44D0-8FCE-3F817E5CBE0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BB8D01-BEED-4297-89C1-932CF43C8C94}">
      <dgm:prSet/>
      <dgm:spPr/>
      <dgm:t>
        <a:bodyPr/>
        <a:lstStyle/>
        <a:p>
          <a:r>
            <a:rPr lang="en-US"/>
            <a:t>Participants: 26 adults</a:t>
          </a:r>
        </a:p>
      </dgm:t>
    </dgm:pt>
    <dgm:pt modelId="{355A4A31-C5D4-4A83-9CA5-4D901549CA88}" type="parTrans" cxnId="{9913E679-DCC1-4FA8-877C-07F097ACBDAE}">
      <dgm:prSet/>
      <dgm:spPr/>
      <dgm:t>
        <a:bodyPr/>
        <a:lstStyle/>
        <a:p>
          <a:endParaRPr lang="en-US"/>
        </a:p>
      </dgm:t>
    </dgm:pt>
    <dgm:pt modelId="{3B0D5760-EF25-4E3F-807D-9DCE2B586CC8}" type="sibTrans" cxnId="{9913E679-DCC1-4FA8-877C-07F097ACBDAE}">
      <dgm:prSet/>
      <dgm:spPr/>
      <dgm:t>
        <a:bodyPr/>
        <a:lstStyle/>
        <a:p>
          <a:endParaRPr lang="en-US"/>
        </a:p>
      </dgm:t>
    </dgm:pt>
    <dgm:pt modelId="{2DDCE114-B6C5-4812-92A1-12EA035A4634}">
      <dgm:prSet/>
      <dgm:spPr/>
      <dgm:t>
        <a:bodyPr/>
        <a:lstStyle/>
        <a:p>
          <a:r>
            <a:rPr lang="en-US"/>
            <a:t>Same 7 odors</a:t>
          </a:r>
        </a:p>
      </dgm:t>
    </dgm:pt>
    <dgm:pt modelId="{13EA276F-D18A-41DB-A17F-1F1FD15DF477}" type="parTrans" cxnId="{7A79F0CC-4B7C-43E5-86AE-07233E70A5CB}">
      <dgm:prSet/>
      <dgm:spPr/>
      <dgm:t>
        <a:bodyPr/>
        <a:lstStyle/>
        <a:p>
          <a:endParaRPr lang="en-US"/>
        </a:p>
      </dgm:t>
    </dgm:pt>
    <dgm:pt modelId="{11C9D31C-FB9A-4BD9-98E1-9A97BF663A41}" type="sibTrans" cxnId="{7A79F0CC-4B7C-43E5-86AE-07233E70A5CB}">
      <dgm:prSet/>
      <dgm:spPr/>
      <dgm:t>
        <a:bodyPr/>
        <a:lstStyle/>
        <a:p>
          <a:endParaRPr lang="en-US"/>
        </a:p>
      </dgm:t>
    </dgm:pt>
    <dgm:pt modelId="{2478E6AE-CAD4-442C-94BE-B28BEF09E27C}">
      <dgm:prSet/>
      <dgm:spPr/>
      <dgm:t>
        <a:bodyPr/>
        <a:lstStyle/>
        <a:p>
          <a:r>
            <a:rPr lang="en-US"/>
            <a:t>Four fixed pitch options:</a:t>
          </a:r>
        </a:p>
      </dgm:t>
    </dgm:pt>
    <dgm:pt modelId="{6832DBC0-FE0F-416A-95EC-BFAF119AEF36}" type="parTrans" cxnId="{E96094F5-9F64-493F-96C0-C367A7EF3716}">
      <dgm:prSet/>
      <dgm:spPr/>
      <dgm:t>
        <a:bodyPr/>
        <a:lstStyle/>
        <a:p>
          <a:endParaRPr lang="en-US"/>
        </a:p>
      </dgm:t>
    </dgm:pt>
    <dgm:pt modelId="{C266E5A9-95CE-473D-940A-DDDF933A4B18}" type="sibTrans" cxnId="{E96094F5-9F64-493F-96C0-C367A7EF3716}">
      <dgm:prSet/>
      <dgm:spPr/>
      <dgm:t>
        <a:bodyPr/>
        <a:lstStyle/>
        <a:p>
          <a:endParaRPr lang="en-US"/>
        </a:p>
      </dgm:t>
    </dgm:pt>
    <dgm:pt modelId="{1DE3D530-1C89-4CB7-A682-D1270ACC6B38}">
      <dgm:prSet/>
      <dgm:spPr/>
      <dgm:t>
        <a:bodyPr/>
        <a:lstStyle/>
        <a:p>
          <a:r>
            <a:rPr lang="en-US"/>
            <a:t>\(481\) Hz, \(540\) Hz, \(712\) Hz, \(745\) Hz</a:t>
          </a:r>
        </a:p>
      </dgm:t>
    </dgm:pt>
    <dgm:pt modelId="{A4965ED5-7492-4BE2-9388-5B802B10FA9C}" type="parTrans" cxnId="{EBA19320-E9A9-400B-9D3B-AB31C24F9D06}">
      <dgm:prSet/>
      <dgm:spPr/>
      <dgm:t>
        <a:bodyPr/>
        <a:lstStyle/>
        <a:p>
          <a:endParaRPr lang="en-US"/>
        </a:p>
      </dgm:t>
    </dgm:pt>
    <dgm:pt modelId="{3A98717C-2E4A-4541-8753-561B35CE93E3}" type="sibTrans" cxnId="{EBA19320-E9A9-400B-9D3B-AB31C24F9D06}">
      <dgm:prSet/>
      <dgm:spPr/>
      <dgm:t>
        <a:bodyPr/>
        <a:lstStyle/>
        <a:p>
          <a:endParaRPr lang="en-US"/>
        </a:p>
      </dgm:t>
    </dgm:pt>
    <dgm:pt modelId="{4F86382E-4B0E-4A9C-884E-C040892ECEF3}">
      <dgm:prSet/>
      <dgm:spPr/>
      <dgm:t>
        <a:bodyPr/>
        <a:lstStyle/>
        <a:p>
          <a:r>
            <a:rPr lang="en-US"/>
            <a:t>Multiple trials per odor</a:t>
          </a:r>
        </a:p>
      </dgm:t>
    </dgm:pt>
    <dgm:pt modelId="{D33C4A4D-9E88-43BB-9834-8831428E9AE1}" type="parTrans" cxnId="{3C9135F6-64A2-40C7-AEB0-79934496F572}">
      <dgm:prSet/>
      <dgm:spPr/>
      <dgm:t>
        <a:bodyPr/>
        <a:lstStyle/>
        <a:p>
          <a:endParaRPr lang="en-US"/>
        </a:p>
      </dgm:t>
    </dgm:pt>
    <dgm:pt modelId="{DCF0793E-A814-4AC3-8C2F-DD7E00893869}" type="sibTrans" cxnId="{3C9135F6-64A2-40C7-AEB0-79934496F572}">
      <dgm:prSet/>
      <dgm:spPr/>
      <dgm:t>
        <a:bodyPr/>
        <a:lstStyle/>
        <a:p>
          <a:endParaRPr lang="en-US"/>
        </a:p>
      </dgm:t>
    </dgm:pt>
    <dgm:pt modelId="{9992A5F2-68C4-F84A-9D34-E9A047CEB46D}" type="pres">
      <dgm:prSet presAssocID="{6E9E6B5B-D9FC-44D0-8FCE-3F817E5CBE07}" presName="diagram" presStyleCnt="0">
        <dgm:presLayoutVars>
          <dgm:dir/>
          <dgm:resizeHandles val="exact"/>
        </dgm:presLayoutVars>
      </dgm:prSet>
      <dgm:spPr/>
    </dgm:pt>
    <dgm:pt modelId="{DBA608EB-3A10-9F4E-B7B8-CCEA91E89272}" type="pres">
      <dgm:prSet presAssocID="{D1BB8D01-BEED-4297-89C1-932CF43C8C94}" presName="node" presStyleLbl="node1" presStyleIdx="0" presStyleCnt="4">
        <dgm:presLayoutVars>
          <dgm:bulletEnabled val="1"/>
        </dgm:presLayoutVars>
      </dgm:prSet>
      <dgm:spPr/>
    </dgm:pt>
    <dgm:pt modelId="{3273324C-751A-C741-80A6-566F6F990620}" type="pres">
      <dgm:prSet presAssocID="{3B0D5760-EF25-4E3F-807D-9DCE2B586CC8}" presName="sibTrans" presStyleCnt="0"/>
      <dgm:spPr/>
    </dgm:pt>
    <dgm:pt modelId="{F4CE420C-289C-EF4D-94FE-30DD467FCD24}" type="pres">
      <dgm:prSet presAssocID="{2DDCE114-B6C5-4812-92A1-12EA035A4634}" presName="node" presStyleLbl="node1" presStyleIdx="1" presStyleCnt="4">
        <dgm:presLayoutVars>
          <dgm:bulletEnabled val="1"/>
        </dgm:presLayoutVars>
      </dgm:prSet>
      <dgm:spPr/>
    </dgm:pt>
    <dgm:pt modelId="{2887AECD-8ACD-BF4E-A566-C011043DEC75}" type="pres">
      <dgm:prSet presAssocID="{11C9D31C-FB9A-4BD9-98E1-9A97BF663A41}" presName="sibTrans" presStyleCnt="0"/>
      <dgm:spPr/>
    </dgm:pt>
    <dgm:pt modelId="{2CA9AA75-80F2-0C41-951A-39198E81252E}" type="pres">
      <dgm:prSet presAssocID="{2478E6AE-CAD4-442C-94BE-B28BEF09E27C}" presName="node" presStyleLbl="node1" presStyleIdx="2" presStyleCnt="4">
        <dgm:presLayoutVars>
          <dgm:bulletEnabled val="1"/>
        </dgm:presLayoutVars>
      </dgm:prSet>
      <dgm:spPr/>
    </dgm:pt>
    <dgm:pt modelId="{1326DB13-004D-5941-8AED-1D3E7D45A879}" type="pres">
      <dgm:prSet presAssocID="{C266E5A9-95CE-473D-940A-DDDF933A4B18}" presName="sibTrans" presStyleCnt="0"/>
      <dgm:spPr/>
    </dgm:pt>
    <dgm:pt modelId="{D0C98B60-B45F-8D41-8812-C350700FBC03}" type="pres">
      <dgm:prSet presAssocID="{4F86382E-4B0E-4A9C-884E-C040892ECEF3}" presName="node" presStyleLbl="node1" presStyleIdx="3" presStyleCnt="4">
        <dgm:presLayoutVars>
          <dgm:bulletEnabled val="1"/>
        </dgm:presLayoutVars>
      </dgm:prSet>
      <dgm:spPr/>
    </dgm:pt>
  </dgm:ptLst>
  <dgm:cxnLst>
    <dgm:cxn modelId="{EBA19320-E9A9-400B-9D3B-AB31C24F9D06}" srcId="{2478E6AE-CAD4-442C-94BE-B28BEF09E27C}" destId="{1DE3D530-1C89-4CB7-A682-D1270ACC6B38}" srcOrd="0" destOrd="0" parTransId="{A4965ED5-7492-4BE2-9388-5B802B10FA9C}" sibTransId="{3A98717C-2E4A-4541-8753-561B35CE93E3}"/>
    <dgm:cxn modelId="{26CC155C-E8ED-F645-B390-6AE93C2A3C8F}" type="presOf" srcId="{4F86382E-4B0E-4A9C-884E-C040892ECEF3}" destId="{D0C98B60-B45F-8D41-8812-C350700FBC03}" srcOrd="0" destOrd="0" presId="urn:microsoft.com/office/officeart/2005/8/layout/default"/>
    <dgm:cxn modelId="{1F177E6D-3F90-5E47-A390-FB73F73D11E3}" type="presOf" srcId="{6E9E6B5B-D9FC-44D0-8FCE-3F817E5CBE07}" destId="{9992A5F2-68C4-F84A-9D34-E9A047CEB46D}" srcOrd="0" destOrd="0" presId="urn:microsoft.com/office/officeart/2005/8/layout/default"/>
    <dgm:cxn modelId="{9913E679-DCC1-4FA8-877C-07F097ACBDAE}" srcId="{6E9E6B5B-D9FC-44D0-8FCE-3F817E5CBE07}" destId="{D1BB8D01-BEED-4297-89C1-932CF43C8C94}" srcOrd="0" destOrd="0" parTransId="{355A4A31-C5D4-4A83-9CA5-4D901549CA88}" sibTransId="{3B0D5760-EF25-4E3F-807D-9DCE2B586CC8}"/>
    <dgm:cxn modelId="{7A79F0CC-4B7C-43E5-86AE-07233E70A5CB}" srcId="{6E9E6B5B-D9FC-44D0-8FCE-3F817E5CBE07}" destId="{2DDCE114-B6C5-4812-92A1-12EA035A4634}" srcOrd="1" destOrd="0" parTransId="{13EA276F-D18A-41DB-A17F-1F1FD15DF477}" sibTransId="{11C9D31C-FB9A-4BD9-98E1-9A97BF663A41}"/>
    <dgm:cxn modelId="{28D849CE-4368-114D-A3AC-8B789A4B0246}" type="presOf" srcId="{2478E6AE-CAD4-442C-94BE-B28BEF09E27C}" destId="{2CA9AA75-80F2-0C41-951A-39198E81252E}" srcOrd="0" destOrd="0" presId="urn:microsoft.com/office/officeart/2005/8/layout/default"/>
    <dgm:cxn modelId="{5C0999D5-4EE6-8148-B171-72F7F121DF63}" type="presOf" srcId="{1DE3D530-1C89-4CB7-A682-D1270ACC6B38}" destId="{2CA9AA75-80F2-0C41-951A-39198E81252E}" srcOrd="0" destOrd="1" presId="urn:microsoft.com/office/officeart/2005/8/layout/default"/>
    <dgm:cxn modelId="{C80898D9-DC93-F04E-9FE2-712158026A12}" type="presOf" srcId="{2DDCE114-B6C5-4812-92A1-12EA035A4634}" destId="{F4CE420C-289C-EF4D-94FE-30DD467FCD24}" srcOrd="0" destOrd="0" presId="urn:microsoft.com/office/officeart/2005/8/layout/default"/>
    <dgm:cxn modelId="{E96094F5-9F64-493F-96C0-C367A7EF3716}" srcId="{6E9E6B5B-D9FC-44D0-8FCE-3F817E5CBE07}" destId="{2478E6AE-CAD4-442C-94BE-B28BEF09E27C}" srcOrd="2" destOrd="0" parTransId="{6832DBC0-FE0F-416A-95EC-BFAF119AEF36}" sibTransId="{C266E5A9-95CE-473D-940A-DDDF933A4B18}"/>
    <dgm:cxn modelId="{30A607F6-B61F-E640-996D-766C08A84AA5}" type="presOf" srcId="{D1BB8D01-BEED-4297-89C1-932CF43C8C94}" destId="{DBA608EB-3A10-9F4E-B7B8-CCEA91E89272}" srcOrd="0" destOrd="0" presId="urn:microsoft.com/office/officeart/2005/8/layout/default"/>
    <dgm:cxn modelId="{3C9135F6-64A2-40C7-AEB0-79934496F572}" srcId="{6E9E6B5B-D9FC-44D0-8FCE-3F817E5CBE07}" destId="{4F86382E-4B0E-4A9C-884E-C040892ECEF3}" srcOrd="3" destOrd="0" parTransId="{D33C4A4D-9E88-43BB-9834-8831428E9AE1}" sibTransId="{DCF0793E-A814-4AC3-8C2F-DD7E00893869}"/>
    <dgm:cxn modelId="{01909EEA-96EC-5F44-A2E2-1E1FCECCFDBE}" type="presParOf" srcId="{9992A5F2-68C4-F84A-9D34-E9A047CEB46D}" destId="{DBA608EB-3A10-9F4E-B7B8-CCEA91E89272}" srcOrd="0" destOrd="0" presId="urn:microsoft.com/office/officeart/2005/8/layout/default"/>
    <dgm:cxn modelId="{D9F2D214-9A32-E24B-BAD1-59F932465AC0}" type="presParOf" srcId="{9992A5F2-68C4-F84A-9D34-E9A047CEB46D}" destId="{3273324C-751A-C741-80A6-566F6F990620}" srcOrd="1" destOrd="0" presId="urn:microsoft.com/office/officeart/2005/8/layout/default"/>
    <dgm:cxn modelId="{6695DDEC-363B-6846-880E-DA4BA54B849D}" type="presParOf" srcId="{9992A5F2-68C4-F84A-9D34-E9A047CEB46D}" destId="{F4CE420C-289C-EF4D-94FE-30DD467FCD24}" srcOrd="2" destOrd="0" presId="urn:microsoft.com/office/officeart/2005/8/layout/default"/>
    <dgm:cxn modelId="{013FF147-DE39-E649-BC81-3C9BA85C8071}" type="presParOf" srcId="{9992A5F2-68C4-F84A-9D34-E9A047CEB46D}" destId="{2887AECD-8ACD-BF4E-A566-C011043DEC75}" srcOrd="3" destOrd="0" presId="urn:microsoft.com/office/officeart/2005/8/layout/default"/>
    <dgm:cxn modelId="{E8E5D367-30C5-FD46-A105-A67A4F76316D}" type="presParOf" srcId="{9992A5F2-68C4-F84A-9D34-E9A047CEB46D}" destId="{2CA9AA75-80F2-0C41-951A-39198E81252E}" srcOrd="4" destOrd="0" presId="urn:microsoft.com/office/officeart/2005/8/layout/default"/>
    <dgm:cxn modelId="{2BAD8868-3BF9-7443-BF59-4B2618135C46}" type="presParOf" srcId="{9992A5F2-68C4-F84A-9D34-E9A047CEB46D}" destId="{1326DB13-004D-5941-8AED-1D3E7D45A879}" srcOrd="5" destOrd="0" presId="urn:microsoft.com/office/officeart/2005/8/layout/default"/>
    <dgm:cxn modelId="{9CAABD39-CB9A-E047-8BA4-2AD7E7B6B1E1}" type="presParOf" srcId="{9992A5F2-68C4-F84A-9D34-E9A047CEB46D}" destId="{D0C98B60-B45F-8D41-8812-C350700FBC0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D2D4E17-0202-427A-ACE3-19340D4A193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50F6EC5-6C40-4030-93CB-49265314FFF8}">
      <dgm:prSet/>
      <dgm:spPr/>
      <dgm:t>
        <a:bodyPr/>
        <a:lstStyle/>
        <a:p>
          <a:r>
            <a:rPr lang="en-US"/>
            <a:t>Systematic odor-pitch associations</a:t>
          </a:r>
        </a:p>
      </dgm:t>
    </dgm:pt>
    <dgm:pt modelId="{B2FB8FD0-CEE1-4ABC-90CD-89BB6469C112}" type="parTrans" cxnId="{20661EDB-8FB6-4AAF-814A-CEA879C88FDE}">
      <dgm:prSet/>
      <dgm:spPr/>
      <dgm:t>
        <a:bodyPr/>
        <a:lstStyle/>
        <a:p>
          <a:endParaRPr lang="en-US"/>
        </a:p>
      </dgm:t>
    </dgm:pt>
    <dgm:pt modelId="{2F48B8ED-4A69-478C-8502-62FD34E2C8D1}" type="sibTrans" cxnId="{20661EDB-8FB6-4AAF-814A-CEA879C88FDE}">
      <dgm:prSet/>
      <dgm:spPr/>
      <dgm:t>
        <a:bodyPr/>
        <a:lstStyle/>
        <a:p>
          <a:endParaRPr lang="en-US"/>
        </a:p>
      </dgm:t>
    </dgm:pt>
    <dgm:pt modelId="{E84FE856-F17F-4CDF-81AE-361B77D407A0}">
      <dgm:prSet/>
      <dgm:spPr/>
      <dgm:t>
        <a:bodyPr/>
        <a:lstStyle/>
        <a:p>
          <a:r>
            <a:rPr lang="en-US" dirty="0"/>
            <a:t>Consistent patterns across experiments and methods</a:t>
          </a:r>
        </a:p>
      </dgm:t>
    </dgm:pt>
    <dgm:pt modelId="{B2AEC516-D4A9-4ABE-AB2C-E7BDDA850FAC}" type="parTrans" cxnId="{07C1039A-1BBF-4382-9696-81AE53D4F892}">
      <dgm:prSet/>
      <dgm:spPr/>
      <dgm:t>
        <a:bodyPr/>
        <a:lstStyle/>
        <a:p>
          <a:endParaRPr lang="en-US"/>
        </a:p>
      </dgm:t>
    </dgm:pt>
    <dgm:pt modelId="{9E626D46-6525-4A14-AA7B-A339336BD722}" type="sibTrans" cxnId="{07C1039A-1BBF-4382-9696-81AE53D4F892}">
      <dgm:prSet/>
      <dgm:spPr/>
      <dgm:t>
        <a:bodyPr/>
        <a:lstStyle/>
        <a:p>
          <a:endParaRPr lang="en-US"/>
        </a:p>
      </dgm:t>
    </dgm:pt>
    <dgm:pt modelId="{4D3F0A47-06B7-4C95-A700-217505B41A44}">
      <dgm:prSet/>
      <dgm:spPr/>
      <dgm:t>
        <a:bodyPr/>
        <a:lstStyle/>
        <a:p>
          <a:r>
            <a:rPr lang="en-US" dirty="0"/>
            <a:t>Expert and </a:t>
          </a:r>
          <a:r>
            <a:rPr lang="en" dirty="0"/>
            <a:t>Naive</a:t>
          </a:r>
          <a:r>
            <a:rPr lang="en-US" dirty="0"/>
            <a:t> validation</a:t>
          </a:r>
        </a:p>
      </dgm:t>
    </dgm:pt>
    <dgm:pt modelId="{9DC24C2B-056D-48C0-92CA-4F432E52B625}" type="parTrans" cxnId="{2D6606E9-8710-44BD-9524-E8BA471DF706}">
      <dgm:prSet/>
      <dgm:spPr/>
      <dgm:t>
        <a:bodyPr/>
        <a:lstStyle/>
        <a:p>
          <a:endParaRPr lang="en-US"/>
        </a:p>
      </dgm:t>
    </dgm:pt>
    <dgm:pt modelId="{8D907027-7E56-4E23-8620-ACC8F8918580}" type="sibTrans" cxnId="{2D6606E9-8710-44BD-9524-E8BA471DF706}">
      <dgm:prSet/>
      <dgm:spPr/>
      <dgm:t>
        <a:bodyPr/>
        <a:lstStyle/>
        <a:p>
          <a:endParaRPr lang="en-US"/>
        </a:p>
      </dgm:t>
    </dgm:pt>
    <dgm:pt modelId="{4393CC74-3618-4160-BA62-5E2B58D36D77}">
      <dgm:prSet/>
      <dgm:spPr/>
      <dgm:t>
        <a:bodyPr/>
        <a:lstStyle/>
        <a:p>
          <a:r>
            <a:rPr lang="en-US" dirty="0"/>
            <a:t>Potential for standardized scale development</a:t>
          </a:r>
        </a:p>
      </dgm:t>
    </dgm:pt>
    <dgm:pt modelId="{F5C81C5A-8C1A-4E13-9779-FB7E3A16C335}" type="parTrans" cxnId="{898B8BD0-FFE9-4DC9-8CF4-9E762F7E3BEE}">
      <dgm:prSet/>
      <dgm:spPr/>
      <dgm:t>
        <a:bodyPr/>
        <a:lstStyle/>
        <a:p>
          <a:endParaRPr lang="en-US"/>
        </a:p>
      </dgm:t>
    </dgm:pt>
    <dgm:pt modelId="{AD4112DB-5C02-4255-A196-CE41EA337542}" type="sibTrans" cxnId="{898B8BD0-FFE9-4DC9-8CF4-9E762F7E3BEE}">
      <dgm:prSet/>
      <dgm:spPr/>
      <dgm:t>
        <a:bodyPr/>
        <a:lstStyle/>
        <a:p>
          <a:endParaRPr lang="en-US"/>
        </a:p>
      </dgm:t>
    </dgm:pt>
    <dgm:pt modelId="{6011D848-C3DF-FD42-B617-1D77792D49ED}" type="pres">
      <dgm:prSet presAssocID="{8D2D4E17-0202-427A-ACE3-19340D4A193C}" presName="vert0" presStyleCnt="0">
        <dgm:presLayoutVars>
          <dgm:dir/>
          <dgm:animOne val="branch"/>
          <dgm:animLvl val="lvl"/>
        </dgm:presLayoutVars>
      </dgm:prSet>
      <dgm:spPr/>
    </dgm:pt>
    <dgm:pt modelId="{49FB4B93-73D5-984B-9880-D3A4417ECFAE}" type="pres">
      <dgm:prSet presAssocID="{C50F6EC5-6C40-4030-93CB-49265314FFF8}" presName="thickLine" presStyleLbl="alignNode1" presStyleIdx="0" presStyleCnt="4"/>
      <dgm:spPr/>
    </dgm:pt>
    <dgm:pt modelId="{3E5C4436-9D9D-FA41-B467-2FC38495D527}" type="pres">
      <dgm:prSet presAssocID="{C50F6EC5-6C40-4030-93CB-49265314FFF8}" presName="horz1" presStyleCnt="0"/>
      <dgm:spPr/>
    </dgm:pt>
    <dgm:pt modelId="{89F98032-13CD-4140-9C19-542A41AE7BB7}" type="pres">
      <dgm:prSet presAssocID="{C50F6EC5-6C40-4030-93CB-49265314FFF8}" presName="tx1" presStyleLbl="revTx" presStyleIdx="0" presStyleCnt="4"/>
      <dgm:spPr/>
    </dgm:pt>
    <dgm:pt modelId="{98389940-1042-4C4F-B398-BDF83AC747E9}" type="pres">
      <dgm:prSet presAssocID="{C50F6EC5-6C40-4030-93CB-49265314FFF8}" presName="vert1" presStyleCnt="0"/>
      <dgm:spPr/>
    </dgm:pt>
    <dgm:pt modelId="{C0046BE4-5D6B-3143-A597-963CEECE8696}" type="pres">
      <dgm:prSet presAssocID="{E84FE856-F17F-4CDF-81AE-361B77D407A0}" presName="thickLine" presStyleLbl="alignNode1" presStyleIdx="1" presStyleCnt="4"/>
      <dgm:spPr/>
    </dgm:pt>
    <dgm:pt modelId="{C4DB6770-C2F3-DB46-A1FA-5C67A0B02183}" type="pres">
      <dgm:prSet presAssocID="{E84FE856-F17F-4CDF-81AE-361B77D407A0}" presName="horz1" presStyleCnt="0"/>
      <dgm:spPr/>
    </dgm:pt>
    <dgm:pt modelId="{490AE5F9-659B-5A45-978C-B15F82F78A36}" type="pres">
      <dgm:prSet presAssocID="{E84FE856-F17F-4CDF-81AE-361B77D407A0}" presName="tx1" presStyleLbl="revTx" presStyleIdx="1" presStyleCnt="4"/>
      <dgm:spPr/>
    </dgm:pt>
    <dgm:pt modelId="{052B2864-64F6-344B-8C04-EE8694F930E0}" type="pres">
      <dgm:prSet presAssocID="{E84FE856-F17F-4CDF-81AE-361B77D407A0}" presName="vert1" presStyleCnt="0"/>
      <dgm:spPr/>
    </dgm:pt>
    <dgm:pt modelId="{050C6788-0ADD-A549-9A6E-D3A344EA81A5}" type="pres">
      <dgm:prSet presAssocID="{4D3F0A47-06B7-4C95-A700-217505B41A44}" presName="thickLine" presStyleLbl="alignNode1" presStyleIdx="2" presStyleCnt="4"/>
      <dgm:spPr/>
    </dgm:pt>
    <dgm:pt modelId="{867ED1F8-809D-8247-AE02-C49E6E473A34}" type="pres">
      <dgm:prSet presAssocID="{4D3F0A47-06B7-4C95-A700-217505B41A44}" presName="horz1" presStyleCnt="0"/>
      <dgm:spPr/>
    </dgm:pt>
    <dgm:pt modelId="{B9729461-73DA-7A41-AF2C-7D403A41C5AA}" type="pres">
      <dgm:prSet presAssocID="{4D3F0A47-06B7-4C95-A700-217505B41A44}" presName="tx1" presStyleLbl="revTx" presStyleIdx="2" presStyleCnt="4"/>
      <dgm:spPr/>
    </dgm:pt>
    <dgm:pt modelId="{DB7D7FA7-0ED1-2A4A-B7E5-B0D3C5CD2565}" type="pres">
      <dgm:prSet presAssocID="{4D3F0A47-06B7-4C95-A700-217505B41A44}" presName="vert1" presStyleCnt="0"/>
      <dgm:spPr/>
    </dgm:pt>
    <dgm:pt modelId="{0AAF23AA-5658-8044-9457-36A488901395}" type="pres">
      <dgm:prSet presAssocID="{4393CC74-3618-4160-BA62-5E2B58D36D77}" presName="thickLine" presStyleLbl="alignNode1" presStyleIdx="3" presStyleCnt="4"/>
      <dgm:spPr/>
    </dgm:pt>
    <dgm:pt modelId="{2E190362-F22E-AF44-8CD8-3A43883C9CAB}" type="pres">
      <dgm:prSet presAssocID="{4393CC74-3618-4160-BA62-5E2B58D36D77}" presName="horz1" presStyleCnt="0"/>
      <dgm:spPr/>
    </dgm:pt>
    <dgm:pt modelId="{04BC337B-6313-FF4E-9247-EA63504C56EE}" type="pres">
      <dgm:prSet presAssocID="{4393CC74-3618-4160-BA62-5E2B58D36D77}" presName="tx1" presStyleLbl="revTx" presStyleIdx="3" presStyleCnt="4"/>
      <dgm:spPr/>
    </dgm:pt>
    <dgm:pt modelId="{DE4EDABF-04C2-5F4F-8810-F90BEDB2DCF2}" type="pres">
      <dgm:prSet presAssocID="{4393CC74-3618-4160-BA62-5E2B58D36D77}" presName="vert1" presStyleCnt="0"/>
      <dgm:spPr/>
    </dgm:pt>
  </dgm:ptLst>
  <dgm:cxnLst>
    <dgm:cxn modelId="{EBB90E44-AB06-6F4D-A167-4593797E53A0}" type="presOf" srcId="{4393CC74-3618-4160-BA62-5E2B58D36D77}" destId="{04BC337B-6313-FF4E-9247-EA63504C56EE}" srcOrd="0" destOrd="0" presId="urn:microsoft.com/office/officeart/2008/layout/LinedList"/>
    <dgm:cxn modelId="{C524DF84-F947-3243-B186-A92B1C5D113A}" type="presOf" srcId="{4D3F0A47-06B7-4C95-A700-217505B41A44}" destId="{B9729461-73DA-7A41-AF2C-7D403A41C5AA}" srcOrd="0" destOrd="0" presId="urn:microsoft.com/office/officeart/2008/layout/LinedList"/>
    <dgm:cxn modelId="{3F017388-CB1D-D447-A8CB-6DF4CD7E9D89}" type="presOf" srcId="{8D2D4E17-0202-427A-ACE3-19340D4A193C}" destId="{6011D848-C3DF-FD42-B617-1D77792D49ED}" srcOrd="0" destOrd="0" presId="urn:microsoft.com/office/officeart/2008/layout/LinedList"/>
    <dgm:cxn modelId="{134CDF94-F255-6E4D-BD52-434101BD2A89}" type="presOf" srcId="{C50F6EC5-6C40-4030-93CB-49265314FFF8}" destId="{89F98032-13CD-4140-9C19-542A41AE7BB7}" srcOrd="0" destOrd="0" presId="urn:microsoft.com/office/officeart/2008/layout/LinedList"/>
    <dgm:cxn modelId="{07C1039A-1BBF-4382-9696-81AE53D4F892}" srcId="{8D2D4E17-0202-427A-ACE3-19340D4A193C}" destId="{E84FE856-F17F-4CDF-81AE-361B77D407A0}" srcOrd="1" destOrd="0" parTransId="{B2AEC516-D4A9-4ABE-AB2C-E7BDDA850FAC}" sibTransId="{9E626D46-6525-4A14-AA7B-A339336BD722}"/>
    <dgm:cxn modelId="{800369BB-C12F-E94D-B0A6-4DF63B2F9259}" type="presOf" srcId="{E84FE856-F17F-4CDF-81AE-361B77D407A0}" destId="{490AE5F9-659B-5A45-978C-B15F82F78A36}" srcOrd="0" destOrd="0" presId="urn:microsoft.com/office/officeart/2008/layout/LinedList"/>
    <dgm:cxn modelId="{898B8BD0-FFE9-4DC9-8CF4-9E762F7E3BEE}" srcId="{8D2D4E17-0202-427A-ACE3-19340D4A193C}" destId="{4393CC74-3618-4160-BA62-5E2B58D36D77}" srcOrd="3" destOrd="0" parTransId="{F5C81C5A-8C1A-4E13-9779-FB7E3A16C335}" sibTransId="{AD4112DB-5C02-4255-A196-CE41EA337542}"/>
    <dgm:cxn modelId="{20661EDB-8FB6-4AAF-814A-CEA879C88FDE}" srcId="{8D2D4E17-0202-427A-ACE3-19340D4A193C}" destId="{C50F6EC5-6C40-4030-93CB-49265314FFF8}" srcOrd="0" destOrd="0" parTransId="{B2FB8FD0-CEE1-4ABC-90CD-89BB6469C112}" sibTransId="{2F48B8ED-4A69-478C-8502-62FD34E2C8D1}"/>
    <dgm:cxn modelId="{2D6606E9-8710-44BD-9524-E8BA471DF706}" srcId="{8D2D4E17-0202-427A-ACE3-19340D4A193C}" destId="{4D3F0A47-06B7-4C95-A700-217505B41A44}" srcOrd="2" destOrd="0" parTransId="{9DC24C2B-056D-48C0-92CA-4F432E52B625}" sibTransId="{8D907027-7E56-4E23-8620-ACC8F8918580}"/>
    <dgm:cxn modelId="{C9C8B77E-9D05-494F-A3E2-067B3CAD8D01}" type="presParOf" srcId="{6011D848-C3DF-FD42-B617-1D77792D49ED}" destId="{49FB4B93-73D5-984B-9880-D3A4417ECFAE}" srcOrd="0" destOrd="0" presId="urn:microsoft.com/office/officeart/2008/layout/LinedList"/>
    <dgm:cxn modelId="{0038055A-9DBA-4646-A2BD-39C30CAA0CB8}" type="presParOf" srcId="{6011D848-C3DF-FD42-B617-1D77792D49ED}" destId="{3E5C4436-9D9D-FA41-B467-2FC38495D527}" srcOrd="1" destOrd="0" presId="urn:microsoft.com/office/officeart/2008/layout/LinedList"/>
    <dgm:cxn modelId="{CEC16819-03C4-AC47-8A5C-134C35C614B3}" type="presParOf" srcId="{3E5C4436-9D9D-FA41-B467-2FC38495D527}" destId="{89F98032-13CD-4140-9C19-542A41AE7BB7}" srcOrd="0" destOrd="0" presId="urn:microsoft.com/office/officeart/2008/layout/LinedList"/>
    <dgm:cxn modelId="{C05F9E46-56AE-904B-AF02-EF2F09BEC388}" type="presParOf" srcId="{3E5C4436-9D9D-FA41-B467-2FC38495D527}" destId="{98389940-1042-4C4F-B398-BDF83AC747E9}" srcOrd="1" destOrd="0" presId="urn:microsoft.com/office/officeart/2008/layout/LinedList"/>
    <dgm:cxn modelId="{B520E6FB-3E20-7A41-8644-40311C0E5FB0}" type="presParOf" srcId="{6011D848-C3DF-FD42-B617-1D77792D49ED}" destId="{C0046BE4-5D6B-3143-A597-963CEECE8696}" srcOrd="2" destOrd="0" presId="urn:microsoft.com/office/officeart/2008/layout/LinedList"/>
    <dgm:cxn modelId="{382D767C-36C7-214C-A41E-D7AAE096CED8}" type="presParOf" srcId="{6011D848-C3DF-FD42-B617-1D77792D49ED}" destId="{C4DB6770-C2F3-DB46-A1FA-5C67A0B02183}" srcOrd="3" destOrd="0" presId="urn:microsoft.com/office/officeart/2008/layout/LinedList"/>
    <dgm:cxn modelId="{D5743482-A706-3A4F-8E1F-F44BC8C2A142}" type="presParOf" srcId="{C4DB6770-C2F3-DB46-A1FA-5C67A0B02183}" destId="{490AE5F9-659B-5A45-978C-B15F82F78A36}" srcOrd="0" destOrd="0" presId="urn:microsoft.com/office/officeart/2008/layout/LinedList"/>
    <dgm:cxn modelId="{7429E224-B6B6-2644-AE2E-F1176CBAA8D9}" type="presParOf" srcId="{C4DB6770-C2F3-DB46-A1FA-5C67A0B02183}" destId="{052B2864-64F6-344B-8C04-EE8694F930E0}" srcOrd="1" destOrd="0" presId="urn:microsoft.com/office/officeart/2008/layout/LinedList"/>
    <dgm:cxn modelId="{0782EBA0-A780-4040-BFC0-9090BACF8421}" type="presParOf" srcId="{6011D848-C3DF-FD42-B617-1D77792D49ED}" destId="{050C6788-0ADD-A549-9A6E-D3A344EA81A5}" srcOrd="4" destOrd="0" presId="urn:microsoft.com/office/officeart/2008/layout/LinedList"/>
    <dgm:cxn modelId="{E482E14F-BFF2-744B-AA50-F96A1AAA07E0}" type="presParOf" srcId="{6011D848-C3DF-FD42-B617-1D77792D49ED}" destId="{867ED1F8-809D-8247-AE02-C49E6E473A34}" srcOrd="5" destOrd="0" presId="urn:microsoft.com/office/officeart/2008/layout/LinedList"/>
    <dgm:cxn modelId="{F15D5E22-108D-8E4F-A58C-2400239A1E0F}" type="presParOf" srcId="{867ED1F8-809D-8247-AE02-C49E6E473A34}" destId="{B9729461-73DA-7A41-AF2C-7D403A41C5AA}" srcOrd="0" destOrd="0" presId="urn:microsoft.com/office/officeart/2008/layout/LinedList"/>
    <dgm:cxn modelId="{83F6437C-318C-8145-8156-FD40903A3014}" type="presParOf" srcId="{867ED1F8-809D-8247-AE02-C49E6E473A34}" destId="{DB7D7FA7-0ED1-2A4A-B7E5-B0D3C5CD2565}" srcOrd="1" destOrd="0" presId="urn:microsoft.com/office/officeart/2008/layout/LinedList"/>
    <dgm:cxn modelId="{24C65446-ACD7-E64E-B693-D1E8EE14789E}" type="presParOf" srcId="{6011D848-C3DF-FD42-B617-1D77792D49ED}" destId="{0AAF23AA-5658-8044-9457-36A488901395}" srcOrd="6" destOrd="0" presId="urn:microsoft.com/office/officeart/2008/layout/LinedList"/>
    <dgm:cxn modelId="{E5208BD0-3D54-C44F-ABF4-7A44615DE36F}" type="presParOf" srcId="{6011D848-C3DF-FD42-B617-1D77792D49ED}" destId="{2E190362-F22E-AF44-8CD8-3A43883C9CAB}" srcOrd="7" destOrd="0" presId="urn:microsoft.com/office/officeart/2008/layout/LinedList"/>
    <dgm:cxn modelId="{23C3FC8A-5997-B74E-BDD0-8A377CBD10A7}" type="presParOf" srcId="{2E190362-F22E-AF44-8CD8-3A43883C9CAB}" destId="{04BC337B-6313-FF4E-9247-EA63504C56EE}" srcOrd="0" destOrd="0" presId="urn:microsoft.com/office/officeart/2008/layout/LinedList"/>
    <dgm:cxn modelId="{E3C3B88A-FFE6-6240-A4E7-0DA5E9512236}" type="presParOf" srcId="{2E190362-F22E-AF44-8CD8-3A43883C9CAB}" destId="{DE4EDABF-04C2-5F4F-8810-F90BEDB2DC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216D98D-3905-4561-9F29-37A16ECD6A9C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24E8F58-E6D4-499F-BB4B-53A3DFD2CEB9}">
      <dgm:prSet/>
      <dgm:spPr/>
      <dgm:t>
        <a:bodyPr/>
        <a:lstStyle/>
        <a:p>
          <a:r>
            <a:rPr lang="en-US"/>
            <a:t>Purpose: Evaluate perceptual independence between dimensions</a:t>
          </a:r>
        </a:p>
      </dgm:t>
    </dgm:pt>
    <dgm:pt modelId="{441614D1-E262-4F33-8420-770A8BDE669E}" type="parTrans" cxnId="{B6454170-60E6-4594-AB8B-8ABEAD8B4CA8}">
      <dgm:prSet/>
      <dgm:spPr/>
      <dgm:t>
        <a:bodyPr/>
        <a:lstStyle/>
        <a:p>
          <a:endParaRPr lang="en-US"/>
        </a:p>
      </dgm:t>
    </dgm:pt>
    <dgm:pt modelId="{2A4D88CD-D5AB-4BB5-A3B7-0FD07054E4B7}" type="sibTrans" cxnId="{B6454170-60E6-4594-AB8B-8ABEAD8B4CA8}">
      <dgm:prSet/>
      <dgm:spPr/>
      <dgm:t>
        <a:bodyPr/>
        <a:lstStyle/>
        <a:p>
          <a:endParaRPr lang="en-US"/>
        </a:p>
      </dgm:t>
    </dgm:pt>
    <dgm:pt modelId="{5D830EDB-D38E-4529-B44D-6B55E458BA05}">
      <dgm:prSet/>
      <dgm:spPr/>
      <dgm:t>
        <a:bodyPr/>
        <a:lstStyle/>
        <a:p>
          <a:r>
            <a:rPr lang="en-US"/>
            <a:t>Example: Rectangle classification</a:t>
          </a:r>
        </a:p>
      </dgm:t>
    </dgm:pt>
    <dgm:pt modelId="{37781324-9898-4E95-825F-B8FBEDB9DEC6}" type="parTrans" cxnId="{E9599ABD-4263-42D9-844A-0BE8F6582284}">
      <dgm:prSet/>
      <dgm:spPr/>
      <dgm:t>
        <a:bodyPr/>
        <a:lstStyle/>
        <a:p>
          <a:endParaRPr lang="en-US"/>
        </a:p>
      </dgm:t>
    </dgm:pt>
    <dgm:pt modelId="{8879CC41-23BA-4C80-B1AA-F7209AF8D137}" type="sibTrans" cxnId="{E9599ABD-4263-42D9-844A-0BE8F6582284}">
      <dgm:prSet/>
      <dgm:spPr/>
      <dgm:t>
        <a:bodyPr/>
        <a:lstStyle/>
        <a:p>
          <a:endParaRPr lang="en-US"/>
        </a:p>
      </dgm:t>
    </dgm:pt>
    <dgm:pt modelId="{EEF7179E-34C2-47ED-9F37-BD709314A7D9}">
      <dgm:prSet/>
      <dgm:spPr/>
      <dgm:t>
        <a:bodyPr/>
        <a:lstStyle/>
        <a:p>
          <a:r>
            <a:rPr lang="en-US" dirty="0"/>
            <a:t>Relevant dimension: Height</a:t>
          </a:r>
        </a:p>
      </dgm:t>
    </dgm:pt>
    <dgm:pt modelId="{D3679B2C-6F5B-4005-9509-7EEB494905D1}" type="parTrans" cxnId="{25FC6831-45C0-4EE7-B9E7-AB1014D0B09D}">
      <dgm:prSet/>
      <dgm:spPr/>
      <dgm:t>
        <a:bodyPr/>
        <a:lstStyle/>
        <a:p>
          <a:endParaRPr lang="en-US"/>
        </a:p>
      </dgm:t>
    </dgm:pt>
    <dgm:pt modelId="{1BC23684-415B-491D-92C0-D59572C9992B}" type="sibTrans" cxnId="{25FC6831-45C0-4EE7-B9E7-AB1014D0B09D}">
      <dgm:prSet/>
      <dgm:spPr/>
      <dgm:t>
        <a:bodyPr/>
        <a:lstStyle/>
        <a:p>
          <a:endParaRPr lang="en-US"/>
        </a:p>
      </dgm:t>
    </dgm:pt>
    <dgm:pt modelId="{3DEFE587-625D-49F2-86B7-6CFC8BC6A221}">
      <dgm:prSet/>
      <dgm:spPr/>
      <dgm:t>
        <a:bodyPr/>
        <a:lstStyle/>
        <a:p>
          <a:r>
            <a:rPr lang="en-US"/>
            <a:t>Irrelevant dimension: Width</a:t>
          </a:r>
        </a:p>
      </dgm:t>
    </dgm:pt>
    <dgm:pt modelId="{6EAD38A5-DB2A-4F99-ADE1-A114E0102DFE}" type="parTrans" cxnId="{6BF10451-332A-4247-BBBC-BA51D9B65DAB}">
      <dgm:prSet/>
      <dgm:spPr/>
      <dgm:t>
        <a:bodyPr/>
        <a:lstStyle/>
        <a:p>
          <a:endParaRPr lang="en-US"/>
        </a:p>
      </dgm:t>
    </dgm:pt>
    <dgm:pt modelId="{07D9A71B-AB98-4C73-A0CC-F6F23C9A9DFC}" type="sibTrans" cxnId="{6BF10451-332A-4247-BBBC-BA51D9B65DAB}">
      <dgm:prSet/>
      <dgm:spPr/>
      <dgm:t>
        <a:bodyPr/>
        <a:lstStyle/>
        <a:p>
          <a:endParaRPr lang="en-US"/>
        </a:p>
      </dgm:t>
    </dgm:pt>
    <dgm:pt modelId="{1BB50C57-5D64-430A-BB3D-ED79900E1C85}">
      <dgm:prSet/>
      <dgm:spPr/>
      <dgm:t>
        <a:bodyPr/>
        <a:lstStyle/>
        <a:p>
          <a:r>
            <a:rPr lang="en-US" dirty="0"/>
            <a:t>Tests ability to focus on one dimension while ignoring another</a:t>
          </a:r>
        </a:p>
      </dgm:t>
    </dgm:pt>
    <dgm:pt modelId="{CE8AC2B0-7CB6-4071-B94A-8BD5BED452EF}" type="parTrans" cxnId="{A031BE69-9F29-4C7C-858C-B7077DE872CE}">
      <dgm:prSet/>
      <dgm:spPr/>
      <dgm:t>
        <a:bodyPr/>
        <a:lstStyle/>
        <a:p>
          <a:endParaRPr lang="en-US"/>
        </a:p>
      </dgm:t>
    </dgm:pt>
    <dgm:pt modelId="{E2E16F0C-9B48-420C-A9BA-184ECA4923C4}" type="sibTrans" cxnId="{A031BE69-9F29-4C7C-858C-B7077DE872CE}">
      <dgm:prSet/>
      <dgm:spPr/>
      <dgm:t>
        <a:bodyPr/>
        <a:lstStyle/>
        <a:p>
          <a:endParaRPr lang="en-US"/>
        </a:p>
      </dgm:t>
    </dgm:pt>
    <dgm:pt modelId="{DA2BD8C8-B2A1-9C4D-B8D7-C2C9640FF643}" type="pres">
      <dgm:prSet presAssocID="{5216D98D-3905-4561-9F29-37A16ECD6A9C}" presName="Name0" presStyleCnt="0">
        <dgm:presLayoutVars>
          <dgm:dir/>
          <dgm:animLvl val="lvl"/>
          <dgm:resizeHandles val="exact"/>
        </dgm:presLayoutVars>
      </dgm:prSet>
      <dgm:spPr/>
    </dgm:pt>
    <dgm:pt modelId="{EC7A025A-E399-9F4C-A8DB-75BA5DE46580}" type="pres">
      <dgm:prSet presAssocID="{A24E8F58-E6D4-499F-BB4B-53A3DFD2CEB9}" presName="linNode" presStyleCnt="0"/>
      <dgm:spPr/>
    </dgm:pt>
    <dgm:pt modelId="{D4D529F0-553D-CF4A-8B30-6E98B8743F43}" type="pres">
      <dgm:prSet presAssocID="{A24E8F58-E6D4-499F-BB4B-53A3DFD2CEB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0B895F6-ED5E-FA48-880A-A0F5DE1EA374}" type="pres">
      <dgm:prSet presAssocID="{2A4D88CD-D5AB-4BB5-A3B7-0FD07054E4B7}" presName="sp" presStyleCnt="0"/>
      <dgm:spPr/>
    </dgm:pt>
    <dgm:pt modelId="{C5A58D75-2D73-804F-B647-D14B1856F896}" type="pres">
      <dgm:prSet presAssocID="{5D830EDB-D38E-4529-B44D-6B55E458BA05}" presName="linNode" presStyleCnt="0"/>
      <dgm:spPr/>
    </dgm:pt>
    <dgm:pt modelId="{F30A72E1-7E99-7D41-AF87-E74751B75C2F}" type="pres">
      <dgm:prSet presAssocID="{5D830EDB-D38E-4529-B44D-6B55E458BA0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BBB4742-8B5F-5041-BCAE-75BC03637CAE}" type="pres">
      <dgm:prSet presAssocID="{5D830EDB-D38E-4529-B44D-6B55E458BA05}" presName="descendantText" presStyleLbl="alignAccFollowNode1" presStyleIdx="0" presStyleCnt="1">
        <dgm:presLayoutVars>
          <dgm:bulletEnabled val="1"/>
        </dgm:presLayoutVars>
      </dgm:prSet>
      <dgm:spPr/>
    </dgm:pt>
    <dgm:pt modelId="{AFE71CEE-F0D6-154B-98C9-CBBDE46979CB}" type="pres">
      <dgm:prSet presAssocID="{8879CC41-23BA-4C80-B1AA-F7209AF8D137}" presName="sp" presStyleCnt="0"/>
      <dgm:spPr/>
    </dgm:pt>
    <dgm:pt modelId="{81119B93-0A71-C34D-9535-BF6F06FA5B4E}" type="pres">
      <dgm:prSet presAssocID="{1BB50C57-5D64-430A-BB3D-ED79900E1C85}" presName="linNode" presStyleCnt="0"/>
      <dgm:spPr/>
    </dgm:pt>
    <dgm:pt modelId="{DB5DFB8A-1E94-4E41-8423-FCCE4AD275FB}" type="pres">
      <dgm:prSet presAssocID="{1BB50C57-5D64-430A-BB3D-ED79900E1C8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5FC6831-45C0-4EE7-B9E7-AB1014D0B09D}" srcId="{5D830EDB-D38E-4529-B44D-6B55E458BA05}" destId="{EEF7179E-34C2-47ED-9F37-BD709314A7D9}" srcOrd="0" destOrd="0" parTransId="{D3679B2C-6F5B-4005-9509-7EEB494905D1}" sibTransId="{1BC23684-415B-491D-92C0-D59572C9992B}"/>
    <dgm:cxn modelId="{3175D744-1C2B-3042-833A-047FF7062367}" type="presOf" srcId="{5216D98D-3905-4561-9F29-37A16ECD6A9C}" destId="{DA2BD8C8-B2A1-9C4D-B8D7-C2C9640FF643}" srcOrd="0" destOrd="0" presId="urn:microsoft.com/office/officeart/2005/8/layout/vList5"/>
    <dgm:cxn modelId="{6BF10451-332A-4247-BBBC-BA51D9B65DAB}" srcId="{5D830EDB-D38E-4529-B44D-6B55E458BA05}" destId="{3DEFE587-625D-49F2-86B7-6CFC8BC6A221}" srcOrd="1" destOrd="0" parTransId="{6EAD38A5-DB2A-4F99-ADE1-A114E0102DFE}" sibTransId="{07D9A71B-AB98-4C73-A0CC-F6F23C9A9DFC}"/>
    <dgm:cxn modelId="{BA79265B-50AF-4343-B665-1DFB56456F10}" type="presOf" srcId="{EEF7179E-34C2-47ED-9F37-BD709314A7D9}" destId="{9BBB4742-8B5F-5041-BCAE-75BC03637CAE}" srcOrd="0" destOrd="0" presId="urn:microsoft.com/office/officeart/2005/8/layout/vList5"/>
    <dgm:cxn modelId="{D5D1C15F-EAE8-2440-A0C9-49E42786C1BA}" type="presOf" srcId="{5D830EDB-D38E-4529-B44D-6B55E458BA05}" destId="{F30A72E1-7E99-7D41-AF87-E74751B75C2F}" srcOrd="0" destOrd="0" presId="urn:microsoft.com/office/officeart/2005/8/layout/vList5"/>
    <dgm:cxn modelId="{A031BE69-9F29-4C7C-858C-B7077DE872CE}" srcId="{5216D98D-3905-4561-9F29-37A16ECD6A9C}" destId="{1BB50C57-5D64-430A-BB3D-ED79900E1C85}" srcOrd="2" destOrd="0" parTransId="{CE8AC2B0-7CB6-4071-B94A-8BD5BED452EF}" sibTransId="{E2E16F0C-9B48-420C-A9BA-184ECA4923C4}"/>
    <dgm:cxn modelId="{DEF82F6E-8588-E140-BC42-918B4F388D8B}" type="presOf" srcId="{3DEFE587-625D-49F2-86B7-6CFC8BC6A221}" destId="{9BBB4742-8B5F-5041-BCAE-75BC03637CAE}" srcOrd="0" destOrd="1" presId="urn:microsoft.com/office/officeart/2005/8/layout/vList5"/>
    <dgm:cxn modelId="{B6454170-60E6-4594-AB8B-8ABEAD8B4CA8}" srcId="{5216D98D-3905-4561-9F29-37A16ECD6A9C}" destId="{A24E8F58-E6D4-499F-BB4B-53A3DFD2CEB9}" srcOrd="0" destOrd="0" parTransId="{441614D1-E262-4F33-8420-770A8BDE669E}" sibTransId="{2A4D88CD-D5AB-4BB5-A3B7-0FD07054E4B7}"/>
    <dgm:cxn modelId="{3AF72AA0-667A-6B48-9938-5D83EDACB4D2}" type="presOf" srcId="{A24E8F58-E6D4-499F-BB4B-53A3DFD2CEB9}" destId="{D4D529F0-553D-CF4A-8B30-6E98B8743F43}" srcOrd="0" destOrd="0" presId="urn:microsoft.com/office/officeart/2005/8/layout/vList5"/>
    <dgm:cxn modelId="{E9599ABD-4263-42D9-844A-0BE8F6582284}" srcId="{5216D98D-3905-4561-9F29-37A16ECD6A9C}" destId="{5D830EDB-D38E-4529-B44D-6B55E458BA05}" srcOrd="1" destOrd="0" parTransId="{37781324-9898-4E95-825F-B8FBEDB9DEC6}" sibTransId="{8879CC41-23BA-4C80-B1AA-F7209AF8D137}"/>
    <dgm:cxn modelId="{0FEFBFEA-1201-9F41-A45D-A6F2D0E9694A}" type="presOf" srcId="{1BB50C57-5D64-430A-BB3D-ED79900E1C85}" destId="{DB5DFB8A-1E94-4E41-8423-FCCE4AD275FB}" srcOrd="0" destOrd="0" presId="urn:microsoft.com/office/officeart/2005/8/layout/vList5"/>
    <dgm:cxn modelId="{A9D9A9DA-F2AA-9B4D-9546-0027C5E12F2F}" type="presParOf" srcId="{DA2BD8C8-B2A1-9C4D-B8D7-C2C9640FF643}" destId="{EC7A025A-E399-9F4C-A8DB-75BA5DE46580}" srcOrd="0" destOrd="0" presId="urn:microsoft.com/office/officeart/2005/8/layout/vList5"/>
    <dgm:cxn modelId="{87F549D0-941E-4747-BBCF-C3B687B4519D}" type="presParOf" srcId="{EC7A025A-E399-9F4C-A8DB-75BA5DE46580}" destId="{D4D529F0-553D-CF4A-8B30-6E98B8743F43}" srcOrd="0" destOrd="0" presId="urn:microsoft.com/office/officeart/2005/8/layout/vList5"/>
    <dgm:cxn modelId="{D8E0E88A-8621-8746-BD1B-B997CA1DC577}" type="presParOf" srcId="{DA2BD8C8-B2A1-9C4D-B8D7-C2C9640FF643}" destId="{D0B895F6-ED5E-FA48-880A-A0F5DE1EA374}" srcOrd="1" destOrd="0" presId="urn:microsoft.com/office/officeart/2005/8/layout/vList5"/>
    <dgm:cxn modelId="{BB4EEDA4-05A8-0244-BC35-3D70F0B5E73E}" type="presParOf" srcId="{DA2BD8C8-B2A1-9C4D-B8D7-C2C9640FF643}" destId="{C5A58D75-2D73-804F-B647-D14B1856F896}" srcOrd="2" destOrd="0" presId="urn:microsoft.com/office/officeart/2005/8/layout/vList5"/>
    <dgm:cxn modelId="{328E94A5-7E3C-2F44-938B-0CBB545A722D}" type="presParOf" srcId="{C5A58D75-2D73-804F-B647-D14B1856F896}" destId="{F30A72E1-7E99-7D41-AF87-E74751B75C2F}" srcOrd="0" destOrd="0" presId="urn:microsoft.com/office/officeart/2005/8/layout/vList5"/>
    <dgm:cxn modelId="{2F54B3EA-AF12-0741-B75A-B4DF77FB7168}" type="presParOf" srcId="{C5A58D75-2D73-804F-B647-D14B1856F896}" destId="{9BBB4742-8B5F-5041-BCAE-75BC03637CAE}" srcOrd="1" destOrd="0" presId="urn:microsoft.com/office/officeart/2005/8/layout/vList5"/>
    <dgm:cxn modelId="{43E59FBF-6EA1-F84D-8FEA-B52091C0F157}" type="presParOf" srcId="{DA2BD8C8-B2A1-9C4D-B8D7-C2C9640FF643}" destId="{AFE71CEE-F0D6-154B-98C9-CBBDE46979CB}" srcOrd="3" destOrd="0" presId="urn:microsoft.com/office/officeart/2005/8/layout/vList5"/>
    <dgm:cxn modelId="{679EC2F3-21F3-F943-AB51-31CA93DE32A0}" type="presParOf" srcId="{DA2BD8C8-B2A1-9C4D-B8D7-C2C9640FF643}" destId="{81119B93-0A71-C34D-9535-BF6F06FA5B4E}" srcOrd="4" destOrd="0" presId="urn:microsoft.com/office/officeart/2005/8/layout/vList5"/>
    <dgm:cxn modelId="{7D0D7191-D63E-6B45-A072-00E8F2A92E74}" type="presParOf" srcId="{81119B93-0A71-C34D-9535-BF6F06FA5B4E}" destId="{DB5DFB8A-1E94-4E41-8423-FCCE4AD275F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0C82B85-2FC5-460F-8329-0B15CE8AB55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CD62D2-B2C3-4370-B022-4C3E8E7646B2}">
      <dgm:prSet/>
      <dgm:spPr/>
      <dgm:t>
        <a:bodyPr/>
        <a:lstStyle/>
        <a:p>
          <a:r>
            <a:rPr lang="en-US" dirty="0"/>
            <a:t>Three conditions: Baseline, Filtering and Correlation</a:t>
          </a:r>
        </a:p>
      </dgm:t>
    </dgm:pt>
    <dgm:pt modelId="{FBF05982-D798-4ABC-AE23-A72C362CE23F}" type="parTrans" cxnId="{AFD73BD4-E961-45FB-A949-E4994FAF82EA}">
      <dgm:prSet/>
      <dgm:spPr/>
      <dgm:t>
        <a:bodyPr/>
        <a:lstStyle/>
        <a:p>
          <a:endParaRPr lang="en-US"/>
        </a:p>
      </dgm:t>
    </dgm:pt>
    <dgm:pt modelId="{B7FE0E5E-EEBD-4757-9F17-C50035C16FE8}" type="sibTrans" cxnId="{AFD73BD4-E961-45FB-A949-E4994FAF82EA}">
      <dgm:prSet/>
      <dgm:spPr/>
      <dgm:t>
        <a:bodyPr/>
        <a:lstStyle/>
        <a:p>
          <a:endParaRPr lang="en-US"/>
        </a:p>
      </dgm:t>
    </dgm:pt>
    <dgm:pt modelId="{99262439-96CD-4CF8-90DF-515C7D39D01F}">
      <dgm:prSet/>
      <dgm:spPr/>
      <dgm:t>
        <a:bodyPr/>
        <a:lstStyle/>
        <a:p>
          <a:r>
            <a:rPr lang="en-US"/>
            <a:t>Garner Interference (GI) equation:</a:t>
          </a:r>
        </a:p>
      </dgm:t>
    </dgm:pt>
    <dgm:pt modelId="{2414660D-4418-4C1C-9967-D093F8D34FFB}" type="parTrans" cxnId="{EC6050D5-11CB-49D6-BC30-013EE4A37D37}">
      <dgm:prSet/>
      <dgm:spPr/>
      <dgm:t>
        <a:bodyPr/>
        <a:lstStyle/>
        <a:p>
          <a:endParaRPr lang="en-US"/>
        </a:p>
      </dgm:t>
    </dgm:pt>
    <dgm:pt modelId="{E3A3E555-7B58-4CE3-A9E2-90D27F938336}" type="sibTrans" cxnId="{EC6050D5-11CB-49D6-BC30-013EE4A37D37}">
      <dgm:prSet/>
      <dgm:spPr/>
      <dgm:t>
        <a:bodyPr/>
        <a:lstStyle/>
        <a:p>
          <a:endParaRPr lang="en-US"/>
        </a:p>
      </dgm:t>
    </dgm:pt>
    <dgm:pt modelId="{CF6B3878-5437-4CD5-ABB2-61D43A6B43F1}">
      <dgm:prSet custT="1"/>
      <dgm:spPr/>
      <dgm:t>
        <a:bodyPr/>
        <a:lstStyle/>
        <a:p>
          <a:r>
            <a:rPr lang="en-US" sz="1600" dirty="0"/>
            <a:t>GI = MRT(F) - MRT(B)</a:t>
          </a:r>
        </a:p>
      </dgm:t>
    </dgm:pt>
    <dgm:pt modelId="{61B5A6FA-4CEC-4FD4-8770-D64644F78D22}" type="parTrans" cxnId="{D79EAE54-22B0-4729-BE58-A32161CEC595}">
      <dgm:prSet/>
      <dgm:spPr/>
      <dgm:t>
        <a:bodyPr/>
        <a:lstStyle/>
        <a:p>
          <a:endParaRPr lang="en-US"/>
        </a:p>
      </dgm:t>
    </dgm:pt>
    <dgm:pt modelId="{C68BDE0E-2D2F-4539-8B96-A194F4F43E64}" type="sibTrans" cxnId="{D79EAE54-22B0-4729-BE58-A32161CEC595}">
      <dgm:prSet/>
      <dgm:spPr/>
      <dgm:t>
        <a:bodyPr/>
        <a:lstStyle/>
        <a:p>
          <a:endParaRPr lang="en-US"/>
        </a:p>
      </dgm:t>
    </dgm:pt>
    <dgm:pt modelId="{ACEC1EA6-6B43-4B1B-B965-9C7AC32605DC}">
      <dgm:prSet custT="1"/>
      <dgm:spPr/>
      <dgm:t>
        <a:bodyPr/>
        <a:lstStyle/>
        <a:p>
          <a:r>
            <a:rPr lang="en-US" sz="1600" dirty="0"/>
            <a:t>Where:</a:t>
          </a:r>
        </a:p>
      </dgm:t>
    </dgm:pt>
    <dgm:pt modelId="{A41A051C-95FE-4855-B6B0-ED1B3FC16427}" type="parTrans" cxnId="{23E2754D-731D-461F-BFAF-0368F8AE8D1F}">
      <dgm:prSet/>
      <dgm:spPr/>
      <dgm:t>
        <a:bodyPr/>
        <a:lstStyle/>
        <a:p>
          <a:endParaRPr lang="en-US"/>
        </a:p>
      </dgm:t>
    </dgm:pt>
    <dgm:pt modelId="{8DAC4904-C1A1-4EEF-AA1C-9EC5EDD33BC0}" type="sibTrans" cxnId="{23E2754D-731D-461F-BFAF-0368F8AE8D1F}">
      <dgm:prSet/>
      <dgm:spPr/>
      <dgm:t>
        <a:bodyPr/>
        <a:lstStyle/>
        <a:p>
          <a:endParaRPr lang="en-US"/>
        </a:p>
      </dgm:t>
    </dgm:pt>
    <dgm:pt modelId="{29CE91DD-D205-4B55-A303-65F656FAF855}">
      <dgm:prSet custT="1"/>
      <dgm:spPr/>
      <dgm:t>
        <a:bodyPr/>
        <a:lstStyle/>
        <a:p>
          <a:r>
            <a:rPr lang="en-US" sz="1600" dirty="0"/>
            <a:t>MRT(F) = Mean Reaction Time in Filtering</a:t>
          </a:r>
        </a:p>
      </dgm:t>
    </dgm:pt>
    <dgm:pt modelId="{A6FC900E-A613-4764-8E14-6E31DA9AC888}" type="parTrans" cxnId="{E0A8FEEB-84EE-4778-82D2-6682BA66CDBA}">
      <dgm:prSet/>
      <dgm:spPr/>
      <dgm:t>
        <a:bodyPr/>
        <a:lstStyle/>
        <a:p>
          <a:endParaRPr lang="en-US"/>
        </a:p>
      </dgm:t>
    </dgm:pt>
    <dgm:pt modelId="{D536B2CD-BE2A-4590-A251-39B9410429D3}" type="sibTrans" cxnId="{E0A8FEEB-84EE-4778-82D2-6682BA66CDBA}">
      <dgm:prSet/>
      <dgm:spPr/>
      <dgm:t>
        <a:bodyPr/>
        <a:lstStyle/>
        <a:p>
          <a:endParaRPr lang="en-US"/>
        </a:p>
      </dgm:t>
    </dgm:pt>
    <dgm:pt modelId="{20C470AE-C394-49C7-98C3-7519D128AD98}">
      <dgm:prSet custT="1"/>
      <dgm:spPr/>
      <dgm:t>
        <a:bodyPr/>
        <a:lstStyle/>
        <a:p>
          <a:r>
            <a:rPr lang="en-US" sz="1600" dirty="0"/>
            <a:t>MRT(B) = Mean Reaction Time in Baseline</a:t>
          </a:r>
        </a:p>
      </dgm:t>
    </dgm:pt>
    <dgm:pt modelId="{915B2CD2-4E7F-434A-8171-6B1D1C06903E}" type="parTrans" cxnId="{96DF08BC-D474-474E-86A7-9D36ED4318D5}">
      <dgm:prSet/>
      <dgm:spPr/>
      <dgm:t>
        <a:bodyPr/>
        <a:lstStyle/>
        <a:p>
          <a:endParaRPr lang="en-US"/>
        </a:p>
      </dgm:t>
    </dgm:pt>
    <dgm:pt modelId="{ACFAE229-3B65-47CF-96A8-D674103C49D5}" type="sibTrans" cxnId="{96DF08BC-D474-474E-86A7-9D36ED4318D5}">
      <dgm:prSet/>
      <dgm:spPr/>
      <dgm:t>
        <a:bodyPr/>
        <a:lstStyle/>
        <a:p>
          <a:endParaRPr lang="en-US"/>
        </a:p>
      </dgm:t>
    </dgm:pt>
    <dgm:pt modelId="{E1146619-4C46-490A-AF9C-7651080CC8A3}">
      <dgm:prSet/>
      <dgm:spPr/>
      <dgm:t>
        <a:bodyPr/>
        <a:lstStyle/>
        <a:p>
          <a:r>
            <a:rPr lang="en-US" dirty="0"/>
            <a:t>Higher interference in Filtering suggest dimension integration</a:t>
          </a:r>
        </a:p>
      </dgm:t>
    </dgm:pt>
    <dgm:pt modelId="{DD7D660D-7D7C-41BA-B80C-0461225BDF58}" type="parTrans" cxnId="{2FA77EB5-C19A-41E4-8CB2-8212BC2ECA1F}">
      <dgm:prSet/>
      <dgm:spPr/>
      <dgm:t>
        <a:bodyPr/>
        <a:lstStyle/>
        <a:p>
          <a:endParaRPr lang="en-US"/>
        </a:p>
      </dgm:t>
    </dgm:pt>
    <dgm:pt modelId="{17CF2738-D6F6-4B0C-BFDD-362D87D35E15}" type="sibTrans" cxnId="{2FA77EB5-C19A-41E4-8CB2-8212BC2ECA1F}">
      <dgm:prSet/>
      <dgm:spPr/>
      <dgm:t>
        <a:bodyPr/>
        <a:lstStyle/>
        <a:p>
          <a:endParaRPr lang="en-US"/>
        </a:p>
      </dgm:t>
    </dgm:pt>
    <dgm:pt modelId="{9883F9F8-78CC-B544-A7DB-69A932DABE8D}">
      <dgm:prSet custT="1"/>
      <dgm:spPr/>
      <dgm:t>
        <a:bodyPr/>
        <a:lstStyle/>
        <a:p>
          <a:pPr rtl="0"/>
          <a:r>
            <a:rPr lang="en-US" sz="1600" dirty="0"/>
            <a:t>MRT(C) = Mean Reaction Time in Correlation</a:t>
          </a:r>
        </a:p>
      </dgm:t>
    </dgm:pt>
    <dgm:pt modelId="{133A1F4E-A469-9846-8399-16C55A1A5851}" type="parTrans" cxnId="{0BDAA97D-C186-3C40-BE2E-CF456BA73CD9}">
      <dgm:prSet/>
      <dgm:spPr/>
      <dgm:t>
        <a:bodyPr/>
        <a:lstStyle/>
        <a:p>
          <a:pPr rtl="1"/>
          <a:endParaRPr lang="he-IL"/>
        </a:p>
      </dgm:t>
    </dgm:pt>
    <dgm:pt modelId="{0CA554A2-1C9A-A443-A44E-31706F651CBB}" type="sibTrans" cxnId="{0BDAA97D-C186-3C40-BE2E-CF456BA73CD9}">
      <dgm:prSet/>
      <dgm:spPr/>
      <dgm:t>
        <a:bodyPr/>
        <a:lstStyle/>
        <a:p>
          <a:pPr rtl="1"/>
          <a:endParaRPr lang="he-IL"/>
        </a:p>
      </dgm:t>
    </dgm:pt>
    <dgm:pt modelId="{8214F2A0-3FEB-5840-AFEA-EF3118915474}">
      <dgm:prSet/>
      <dgm:spPr/>
      <dgm:t>
        <a:bodyPr/>
        <a:lstStyle/>
        <a:p>
          <a:pPr rtl="0"/>
          <a:r>
            <a:rPr lang="en-US" dirty="0"/>
            <a:t>Higher </a:t>
          </a:r>
          <a:r>
            <a:rPr lang="en" b="0" i="0" u="none" strike="noStrike" dirty="0">
              <a:solidFill>
                <a:schemeClr val="bg1"/>
              </a:solidFill>
              <a:effectLst/>
            </a:rPr>
            <a:t>redundancy gains in Correlation suggest dimension integration </a:t>
          </a:r>
          <a:endParaRPr lang="he-IL" b="0" dirty="0">
            <a:solidFill>
              <a:schemeClr val="bg1"/>
            </a:solidFill>
          </a:endParaRPr>
        </a:p>
      </dgm:t>
    </dgm:pt>
    <dgm:pt modelId="{861EA882-63EE-2647-88F3-6FD95D97076E}" type="parTrans" cxnId="{35D84C84-103A-0B44-B387-13EFB675839E}">
      <dgm:prSet/>
      <dgm:spPr/>
      <dgm:t>
        <a:bodyPr/>
        <a:lstStyle/>
        <a:p>
          <a:pPr rtl="1"/>
          <a:endParaRPr lang="he-IL"/>
        </a:p>
      </dgm:t>
    </dgm:pt>
    <dgm:pt modelId="{F61F10D1-7B6C-9E45-9FE6-26658D789CD0}" type="sibTrans" cxnId="{35D84C84-103A-0B44-B387-13EFB675839E}">
      <dgm:prSet/>
      <dgm:spPr/>
      <dgm:t>
        <a:bodyPr/>
        <a:lstStyle/>
        <a:p>
          <a:pPr rtl="1"/>
          <a:endParaRPr lang="he-IL"/>
        </a:p>
      </dgm:t>
    </dgm:pt>
    <dgm:pt modelId="{FD17C579-69F1-B849-9D15-01A1FAA93958}" type="pres">
      <dgm:prSet presAssocID="{A0C82B85-2FC5-460F-8329-0B15CE8AB550}" presName="Name0" presStyleCnt="0">
        <dgm:presLayoutVars>
          <dgm:dir/>
          <dgm:animLvl val="lvl"/>
          <dgm:resizeHandles val="exact"/>
        </dgm:presLayoutVars>
      </dgm:prSet>
      <dgm:spPr/>
    </dgm:pt>
    <dgm:pt modelId="{3028158A-DCCD-E34A-B17E-56307ECB289A}" type="pres">
      <dgm:prSet presAssocID="{A1CD62D2-B2C3-4370-B022-4C3E8E7646B2}" presName="linNode" presStyleCnt="0"/>
      <dgm:spPr/>
    </dgm:pt>
    <dgm:pt modelId="{0702256D-C075-A340-A56A-38D9CD7B8DB8}" type="pres">
      <dgm:prSet presAssocID="{A1CD62D2-B2C3-4370-B022-4C3E8E7646B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21212C9-6F03-7940-9165-4D29B56B0305}" type="pres">
      <dgm:prSet presAssocID="{B7FE0E5E-EEBD-4757-9F17-C50035C16FE8}" presName="sp" presStyleCnt="0"/>
      <dgm:spPr/>
    </dgm:pt>
    <dgm:pt modelId="{8029F8F1-3123-E24A-BBE2-9CFA7C2726B1}" type="pres">
      <dgm:prSet presAssocID="{99262439-96CD-4CF8-90DF-515C7D39D01F}" presName="linNode" presStyleCnt="0"/>
      <dgm:spPr/>
    </dgm:pt>
    <dgm:pt modelId="{70D7349C-1C3A-3843-9A51-92352C3AE154}" type="pres">
      <dgm:prSet presAssocID="{99262439-96CD-4CF8-90DF-515C7D39D01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23248DA-1AB7-C344-8FE5-5AC8A336C1DD}" type="pres">
      <dgm:prSet presAssocID="{99262439-96CD-4CF8-90DF-515C7D39D01F}" presName="descendantText" presStyleLbl="alignAccFollowNode1" presStyleIdx="0" presStyleCnt="1" custScaleY="357800">
        <dgm:presLayoutVars>
          <dgm:bulletEnabled val="1"/>
        </dgm:presLayoutVars>
      </dgm:prSet>
      <dgm:spPr/>
    </dgm:pt>
    <dgm:pt modelId="{2DD54165-631E-B244-82C6-FFE2BE9E3B5A}" type="pres">
      <dgm:prSet presAssocID="{E3A3E555-7B58-4CE3-A9E2-90D27F938336}" presName="sp" presStyleCnt="0"/>
      <dgm:spPr/>
    </dgm:pt>
    <dgm:pt modelId="{57BC8CED-4075-9141-AC92-91B8628F3429}" type="pres">
      <dgm:prSet presAssocID="{E1146619-4C46-490A-AF9C-7651080CC8A3}" presName="linNode" presStyleCnt="0"/>
      <dgm:spPr/>
    </dgm:pt>
    <dgm:pt modelId="{B2BA59D6-3D11-1742-B1B6-9026980D9E49}" type="pres">
      <dgm:prSet presAssocID="{E1146619-4C46-490A-AF9C-7651080CC8A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FB4338A-B7A4-B543-82D8-43E2B7B546E2}" type="pres">
      <dgm:prSet presAssocID="{17CF2738-D6F6-4B0C-BFDD-362D87D35E15}" presName="sp" presStyleCnt="0"/>
      <dgm:spPr/>
    </dgm:pt>
    <dgm:pt modelId="{E7226979-2D3E-EE4C-8C2F-861BDEC388AC}" type="pres">
      <dgm:prSet presAssocID="{8214F2A0-3FEB-5840-AFEA-EF3118915474}" presName="linNode" presStyleCnt="0"/>
      <dgm:spPr/>
    </dgm:pt>
    <dgm:pt modelId="{F35F3CED-8F04-F34F-9090-BC12AE0BA1C2}" type="pres">
      <dgm:prSet presAssocID="{8214F2A0-3FEB-5840-AFEA-EF3118915474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52DE670F-5DF7-3E4E-8790-9A1A6C016A71}" type="presOf" srcId="{A1CD62D2-B2C3-4370-B022-4C3E8E7646B2}" destId="{0702256D-C075-A340-A56A-38D9CD7B8DB8}" srcOrd="0" destOrd="0" presId="urn:microsoft.com/office/officeart/2005/8/layout/vList5"/>
    <dgm:cxn modelId="{0E686C11-A6E6-6148-AF71-57159E891A20}" type="presOf" srcId="{8214F2A0-3FEB-5840-AFEA-EF3118915474}" destId="{F35F3CED-8F04-F34F-9090-BC12AE0BA1C2}" srcOrd="0" destOrd="0" presId="urn:microsoft.com/office/officeart/2005/8/layout/vList5"/>
    <dgm:cxn modelId="{EB1D4B34-C0EB-7D43-BF0D-CD3B5852710E}" type="presOf" srcId="{9883F9F8-78CC-B544-A7DB-69A932DABE8D}" destId="{D23248DA-1AB7-C344-8FE5-5AC8A336C1DD}" srcOrd="0" destOrd="4" presId="urn:microsoft.com/office/officeart/2005/8/layout/vList5"/>
    <dgm:cxn modelId="{23E2754D-731D-461F-BFAF-0368F8AE8D1F}" srcId="{99262439-96CD-4CF8-90DF-515C7D39D01F}" destId="{ACEC1EA6-6B43-4B1B-B965-9C7AC32605DC}" srcOrd="1" destOrd="0" parTransId="{A41A051C-95FE-4855-B6B0-ED1B3FC16427}" sibTransId="{8DAC4904-C1A1-4EEF-AA1C-9EC5EDD33BC0}"/>
    <dgm:cxn modelId="{D79EAE54-22B0-4729-BE58-A32161CEC595}" srcId="{99262439-96CD-4CF8-90DF-515C7D39D01F}" destId="{CF6B3878-5437-4CD5-ABB2-61D43A6B43F1}" srcOrd="0" destOrd="0" parTransId="{61B5A6FA-4CEC-4FD4-8770-D64644F78D22}" sibTransId="{C68BDE0E-2D2F-4539-8B96-A194F4F43E64}"/>
    <dgm:cxn modelId="{A68FB654-1481-CD42-957F-1E1A6DAD598D}" type="presOf" srcId="{A0C82B85-2FC5-460F-8329-0B15CE8AB550}" destId="{FD17C579-69F1-B849-9D15-01A1FAA93958}" srcOrd="0" destOrd="0" presId="urn:microsoft.com/office/officeart/2005/8/layout/vList5"/>
    <dgm:cxn modelId="{BA20A35F-6936-184B-A8A4-8D593E3A4EFC}" type="presOf" srcId="{29CE91DD-D205-4B55-A303-65F656FAF855}" destId="{D23248DA-1AB7-C344-8FE5-5AC8A336C1DD}" srcOrd="0" destOrd="3" presId="urn:microsoft.com/office/officeart/2005/8/layout/vList5"/>
    <dgm:cxn modelId="{0BDAA97D-C186-3C40-BE2E-CF456BA73CD9}" srcId="{ACEC1EA6-6B43-4B1B-B965-9C7AC32605DC}" destId="{9883F9F8-78CC-B544-A7DB-69A932DABE8D}" srcOrd="2" destOrd="0" parTransId="{133A1F4E-A469-9846-8399-16C55A1A5851}" sibTransId="{0CA554A2-1C9A-A443-A44E-31706F651CBB}"/>
    <dgm:cxn modelId="{35D84C84-103A-0B44-B387-13EFB675839E}" srcId="{A0C82B85-2FC5-460F-8329-0B15CE8AB550}" destId="{8214F2A0-3FEB-5840-AFEA-EF3118915474}" srcOrd="3" destOrd="0" parTransId="{861EA882-63EE-2647-88F3-6FD95D97076E}" sibTransId="{F61F10D1-7B6C-9E45-9FE6-26658D789CD0}"/>
    <dgm:cxn modelId="{CBBCCB88-3FEE-0848-9D29-C01C5B408BDD}" type="presOf" srcId="{99262439-96CD-4CF8-90DF-515C7D39D01F}" destId="{70D7349C-1C3A-3843-9A51-92352C3AE154}" srcOrd="0" destOrd="0" presId="urn:microsoft.com/office/officeart/2005/8/layout/vList5"/>
    <dgm:cxn modelId="{6D63F488-A95D-524D-AA5D-13D848DDC5A5}" type="presOf" srcId="{CF6B3878-5437-4CD5-ABB2-61D43A6B43F1}" destId="{D23248DA-1AB7-C344-8FE5-5AC8A336C1DD}" srcOrd="0" destOrd="0" presId="urn:microsoft.com/office/officeart/2005/8/layout/vList5"/>
    <dgm:cxn modelId="{1CBBDC8F-104F-1542-8268-8A9B7555CE69}" type="presOf" srcId="{20C470AE-C394-49C7-98C3-7519D128AD98}" destId="{D23248DA-1AB7-C344-8FE5-5AC8A336C1DD}" srcOrd="0" destOrd="2" presId="urn:microsoft.com/office/officeart/2005/8/layout/vList5"/>
    <dgm:cxn modelId="{2FA77EB5-C19A-41E4-8CB2-8212BC2ECA1F}" srcId="{A0C82B85-2FC5-460F-8329-0B15CE8AB550}" destId="{E1146619-4C46-490A-AF9C-7651080CC8A3}" srcOrd="2" destOrd="0" parTransId="{DD7D660D-7D7C-41BA-B80C-0461225BDF58}" sibTransId="{17CF2738-D6F6-4B0C-BFDD-362D87D35E15}"/>
    <dgm:cxn modelId="{96DF08BC-D474-474E-86A7-9D36ED4318D5}" srcId="{ACEC1EA6-6B43-4B1B-B965-9C7AC32605DC}" destId="{20C470AE-C394-49C7-98C3-7519D128AD98}" srcOrd="0" destOrd="0" parTransId="{915B2CD2-4E7F-434A-8171-6B1D1C06903E}" sibTransId="{ACFAE229-3B65-47CF-96A8-D674103C49D5}"/>
    <dgm:cxn modelId="{5A5834D4-8777-8B44-979E-CF16ABCD82C8}" type="presOf" srcId="{ACEC1EA6-6B43-4B1B-B965-9C7AC32605DC}" destId="{D23248DA-1AB7-C344-8FE5-5AC8A336C1DD}" srcOrd="0" destOrd="1" presId="urn:microsoft.com/office/officeart/2005/8/layout/vList5"/>
    <dgm:cxn modelId="{AFD73BD4-E961-45FB-A949-E4994FAF82EA}" srcId="{A0C82B85-2FC5-460F-8329-0B15CE8AB550}" destId="{A1CD62D2-B2C3-4370-B022-4C3E8E7646B2}" srcOrd="0" destOrd="0" parTransId="{FBF05982-D798-4ABC-AE23-A72C362CE23F}" sibTransId="{B7FE0E5E-EEBD-4757-9F17-C50035C16FE8}"/>
    <dgm:cxn modelId="{EC6050D5-11CB-49D6-BC30-013EE4A37D37}" srcId="{A0C82B85-2FC5-460F-8329-0B15CE8AB550}" destId="{99262439-96CD-4CF8-90DF-515C7D39D01F}" srcOrd="1" destOrd="0" parTransId="{2414660D-4418-4C1C-9967-D093F8D34FFB}" sibTransId="{E3A3E555-7B58-4CE3-A9E2-90D27F938336}"/>
    <dgm:cxn modelId="{E0A8FEEB-84EE-4778-82D2-6682BA66CDBA}" srcId="{ACEC1EA6-6B43-4B1B-B965-9C7AC32605DC}" destId="{29CE91DD-D205-4B55-A303-65F656FAF855}" srcOrd="1" destOrd="0" parTransId="{A6FC900E-A613-4764-8E14-6E31DA9AC888}" sibTransId="{D536B2CD-BE2A-4590-A251-39B9410429D3}"/>
    <dgm:cxn modelId="{D3561BF1-9596-A942-B257-8D7DA0280DF5}" type="presOf" srcId="{E1146619-4C46-490A-AF9C-7651080CC8A3}" destId="{B2BA59D6-3D11-1742-B1B6-9026980D9E49}" srcOrd="0" destOrd="0" presId="urn:microsoft.com/office/officeart/2005/8/layout/vList5"/>
    <dgm:cxn modelId="{6F08A9AC-0204-B24F-BE83-D25564262B37}" type="presParOf" srcId="{FD17C579-69F1-B849-9D15-01A1FAA93958}" destId="{3028158A-DCCD-E34A-B17E-56307ECB289A}" srcOrd="0" destOrd="0" presId="urn:microsoft.com/office/officeart/2005/8/layout/vList5"/>
    <dgm:cxn modelId="{2A6F3C86-C3D0-E742-A654-2F1BA988E31B}" type="presParOf" srcId="{3028158A-DCCD-E34A-B17E-56307ECB289A}" destId="{0702256D-C075-A340-A56A-38D9CD7B8DB8}" srcOrd="0" destOrd="0" presId="urn:microsoft.com/office/officeart/2005/8/layout/vList5"/>
    <dgm:cxn modelId="{DE2E71E7-9EC1-3245-913B-76D11631F58C}" type="presParOf" srcId="{FD17C579-69F1-B849-9D15-01A1FAA93958}" destId="{621212C9-6F03-7940-9165-4D29B56B0305}" srcOrd="1" destOrd="0" presId="urn:microsoft.com/office/officeart/2005/8/layout/vList5"/>
    <dgm:cxn modelId="{1B7C1AEE-6B21-B94C-8336-929F9DB77ED0}" type="presParOf" srcId="{FD17C579-69F1-B849-9D15-01A1FAA93958}" destId="{8029F8F1-3123-E24A-BBE2-9CFA7C2726B1}" srcOrd="2" destOrd="0" presId="urn:microsoft.com/office/officeart/2005/8/layout/vList5"/>
    <dgm:cxn modelId="{A2D8D510-51A3-924E-A5CA-8279654C4325}" type="presParOf" srcId="{8029F8F1-3123-E24A-BBE2-9CFA7C2726B1}" destId="{70D7349C-1C3A-3843-9A51-92352C3AE154}" srcOrd="0" destOrd="0" presId="urn:microsoft.com/office/officeart/2005/8/layout/vList5"/>
    <dgm:cxn modelId="{F80A418E-7DE2-AD48-9B3E-E27503D9AACC}" type="presParOf" srcId="{8029F8F1-3123-E24A-BBE2-9CFA7C2726B1}" destId="{D23248DA-1AB7-C344-8FE5-5AC8A336C1DD}" srcOrd="1" destOrd="0" presId="urn:microsoft.com/office/officeart/2005/8/layout/vList5"/>
    <dgm:cxn modelId="{CD5BD692-4599-634D-8C7D-49007CFED892}" type="presParOf" srcId="{FD17C579-69F1-B849-9D15-01A1FAA93958}" destId="{2DD54165-631E-B244-82C6-FFE2BE9E3B5A}" srcOrd="3" destOrd="0" presId="urn:microsoft.com/office/officeart/2005/8/layout/vList5"/>
    <dgm:cxn modelId="{9DC8EA73-3E4E-C648-B827-DDAEA2C566CC}" type="presParOf" srcId="{FD17C579-69F1-B849-9D15-01A1FAA93958}" destId="{57BC8CED-4075-9141-AC92-91B8628F3429}" srcOrd="4" destOrd="0" presId="urn:microsoft.com/office/officeart/2005/8/layout/vList5"/>
    <dgm:cxn modelId="{DC0168E6-2571-5F41-88B8-C1DE097E0E51}" type="presParOf" srcId="{57BC8CED-4075-9141-AC92-91B8628F3429}" destId="{B2BA59D6-3D11-1742-B1B6-9026980D9E49}" srcOrd="0" destOrd="0" presId="urn:microsoft.com/office/officeart/2005/8/layout/vList5"/>
    <dgm:cxn modelId="{C4B3EBF7-27F5-AE41-8DB4-150A6818C60C}" type="presParOf" srcId="{FD17C579-69F1-B849-9D15-01A1FAA93958}" destId="{1FB4338A-B7A4-B543-82D8-43E2B7B546E2}" srcOrd="5" destOrd="0" presId="urn:microsoft.com/office/officeart/2005/8/layout/vList5"/>
    <dgm:cxn modelId="{F5CDF2B9-7B4F-7C4D-B9DE-B0F3486934C2}" type="presParOf" srcId="{FD17C579-69F1-B849-9D15-01A1FAA93958}" destId="{E7226979-2D3E-EE4C-8C2F-861BDEC388AC}" srcOrd="6" destOrd="0" presId="urn:microsoft.com/office/officeart/2005/8/layout/vList5"/>
    <dgm:cxn modelId="{25BAD07C-0F8A-C049-817C-1EE9B1849B15}" type="presParOf" srcId="{E7226979-2D3E-EE4C-8C2F-861BDEC388AC}" destId="{F35F3CED-8F04-F34F-9090-BC12AE0BA1C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6FD2526-7829-49A6-B4FA-0307DF1B80D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87C69CE-1C65-43F3-AF21-0F4D518E27F6}">
      <dgm:prSet/>
      <dgm:spPr/>
      <dgm:t>
        <a:bodyPr/>
        <a:lstStyle/>
        <a:p>
          <a:r>
            <a:rPr lang="en-US"/>
            <a:t>Cross-modal correspondences are robust</a:t>
          </a:r>
        </a:p>
      </dgm:t>
    </dgm:pt>
    <dgm:pt modelId="{CE4644FE-6E48-4765-98A5-03FDFA53D14A}" type="parTrans" cxnId="{36813460-020E-4B5E-BC99-8D68E45C2EBE}">
      <dgm:prSet/>
      <dgm:spPr/>
      <dgm:t>
        <a:bodyPr/>
        <a:lstStyle/>
        <a:p>
          <a:endParaRPr lang="en-US"/>
        </a:p>
      </dgm:t>
    </dgm:pt>
    <dgm:pt modelId="{A64ADEA9-07C6-46A6-B47E-B2EEAC361325}" type="sibTrans" cxnId="{36813460-020E-4B5E-BC99-8D68E45C2EBE}">
      <dgm:prSet/>
      <dgm:spPr/>
      <dgm:t>
        <a:bodyPr/>
        <a:lstStyle/>
        <a:p>
          <a:endParaRPr lang="en-US"/>
        </a:p>
      </dgm:t>
    </dgm:pt>
    <dgm:pt modelId="{DE30B208-AF1B-4D5A-B3ED-31D9D798C3AD}">
      <dgm:prSet/>
      <dgm:spPr/>
      <dgm:t>
        <a:bodyPr/>
        <a:lstStyle/>
        <a:p>
          <a:r>
            <a:rPr lang="en-US" dirty="0"/>
            <a:t>Multiple processing levels </a:t>
          </a:r>
          <a:r>
            <a:rPr lang="en" dirty="0"/>
            <a:t>are involved</a:t>
          </a:r>
          <a:endParaRPr lang="en-US" dirty="0"/>
        </a:p>
      </dgm:t>
    </dgm:pt>
    <dgm:pt modelId="{E6CC9276-7A7E-4FE4-8FB7-31B35AA3FE7F}" type="parTrans" cxnId="{27264674-CF6F-424A-8E3D-E0F22EC01286}">
      <dgm:prSet/>
      <dgm:spPr/>
      <dgm:t>
        <a:bodyPr/>
        <a:lstStyle/>
        <a:p>
          <a:endParaRPr lang="en-US"/>
        </a:p>
      </dgm:t>
    </dgm:pt>
    <dgm:pt modelId="{A93C4E44-5659-48C7-A422-F43DC69FFF51}" type="sibTrans" cxnId="{27264674-CF6F-424A-8E3D-E0F22EC01286}">
      <dgm:prSet/>
      <dgm:spPr/>
      <dgm:t>
        <a:bodyPr/>
        <a:lstStyle/>
        <a:p>
          <a:endParaRPr lang="en-US"/>
        </a:p>
      </dgm:t>
    </dgm:pt>
    <dgm:pt modelId="{BF7B57A3-C9A8-4D2E-B770-3CFF957E3CE6}">
      <dgm:prSet/>
      <dgm:spPr/>
      <dgm:t>
        <a:bodyPr/>
        <a:lstStyle/>
        <a:p>
          <a:r>
            <a:rPr lang="en-US" dirty="0"/>
            <a:t>Potential for new classification system</a:t>
          </a:r>
        </a:p>
      </dgm:t>
    </dgm:pt>
    <dgm:pt modelId="{F5AC9D84-9230-4A00-8A06-BB53360E1CC7}" type="parTrans" cxnId="{2D3C8D6D-63B3-438D-A5D9-53DE6E95AABA}">
      <dgm:prSet/>
      <dgm:spPr/>
      <dgm:t>
        <a:bodyPr/>
        <a:lstStyle/>
        <a:p>
          <a:endParaRPr lang="en-US"/>
        </a:p>
      </dgm:t>
    </dgm:pt>
    <dgm:pt modelId="{A2307118-E1A0-4115-84C4-6B30BC11F53C}" type="sibTrans" cxnId="{2D3C8D6D-63B3-438D-A5D9-53DE6E95AABA}">
      <dgm:prSet/>
      <dgm:spPr/>
      <dgm:t>
        <a:bodyPr/>
        <a:lstStyle/>
        <a:p>
          <a:endParaRPr lang="en-US"/>
        </a:p>
      </dgm:t>
    </dgm:pt>
    <dgm:pt modelId="{869E4268-DD64-4DAB-AB86-574FFE5C2457}">
      <dgm:prSet/>
      <dgm:spPr/>
      <dgm:t>
        <a:bodyPr/>
        <a:lstStyle/>
        <a:p>
          <a:r>
            <a:rPr lang="en-US"/>
            <a:t>Bridge between sensory modalities</a:t>
          </a:r>
        </a:p>
      </dgm:t>
    </dgm:pt>
    <dgm:pt modelId="{A587ACB3-DDC4-40D0-9D30-01EC081EDD96}" type="parTrans" cxnId="{BDE2D9C2-7C60-41EB-BDC4-BE64CE2605D8}">
      <dgm:prSet/>
      <dgm:spPr/>
      <dgm:t>
        <a:bodyPr/>
        <a:lstStyle/>
        <a:p>
          <a:endParaRPr lang="en-US"/>
        </a:p>
      </dgm:t>
    </dgm:pt>
    <dgm:pt modelId="{2C24C84B-B9E6-46BA-ADCA-DFCD7364C77C}" type="sibTrans" cxnId="{BDE2D9C2-7C60-41EB-BDC4-BE64CE2605D8}">
      <dgm:prSet/>
      <dgm:spPr/>
      <dgm:t>
        <a:bodyPr/>
        <a:lstStyle/>
        <a:p>
          <a:endParaRPr lang="en-US"/>
        </a:p>
      </dgm:t>
    </dgm:pt>
    <dgm:pt modelId="{42183BCE-44E2-844E-99A9-299AEE0CF7F7}" type="pres">
      <dgm:prSet presAssocID="{B6FD2526-7829-49A6-B4FA-0307DF1B80DB}" presName="vert0" presStyleCnt="0">
        <dgm:presLayoutVars>
          <dgm:dir/>
          <dgm:animOne val="branch"/>
          <dgm:animLvl val="lvl"/>
        </dgm:presLayoutVars>
      </dgm:prSet>
      <dgm:spPr/>
    </dgm:pt>
    <dgm:pt modelId="{429A674B-A3F9-944C-984B-8FFE49866BAB}" type="pres">
      <dgm:prSet presAssocID="{D87C69CE-1C65-43F3-AF21-0F4D518E27F6}" presName="thickLine" presStyleLbl="alignNode1" presStyleIdx="0" presStyleCnt="4"/>
      <dgm:spPr/>
    </dgm:pt>
    <dgm:pt modelId="{47868C04-E452-0244-AE06-19CACCD8FF78}" type="pres">
      <dgm:prSet presAssocID="{D87C69CE-1C65-43F3-AF21-0F4D518E27F6}" presName="horz1" presStyleCnt="0"/>
      <dgm:spPr/>
    </dgm:pt>
    <dgm:pt modelId="{EB129C30-673D-4540-B48D-60D838BE7B0A}" type="pres">
      <dgm:prSet presAssocID="{D87C69CE-1C65-43F3-AF21-0F4D518E27F6}" presName="tx1" presStyleLbl="revTx" presStyleIdx="0" presStyleCnt="4"/>
      <dgm:spPr/>
    </dgm:pt>
    <dgm:pt modelId="{42444B9D-EBC0-6546-BEFC-4C0170EE5AFC}" type="pres">
      <dgm:prSet presAssocID="{D87C69CE-1C65-43F3-AF21-0F4D518E27F6}" presName="vert1" presStyleCnt="0"/>
      <dgm:spPr/>
    </dgm:pt>
    <dgm:pt modelId="{9DB05254-3A79-5449-89B9-10C9A03E3AEC}" type="pres">
      <dgm:prSet presAssocID="{DE30B208-AF1B-4D5A-B3ED-31D9D798C3AD}" presName="thickLine" presStyleLbl="alignNode1" presStyleIdx="1" presStyleCnt="4"/>
      <dgm:spPr/>
    </dgm:pt>
    <dgm:pt modelId="{3EEADE39-BC2C-B74E-9CDD-EF112D06897E}" type="pres">
      <dgm:prSet presAssocID="{DE30B208-AF1B-4D5A-B3ED-31D9D798C3AD}" presName="horz1" presStyleCnt="0"/>
      <dgm:spPr/>
    </dgm:pt>
    <dgm:pt modelId="{4802CF8C-0644-8744-83BB-D3A172A61ED9}" type="pres">
      <dgm:prSet presAssocID="{DE30B208-AF1B-4D5A-B3ED-31D9D798C3AD}" presName="tx1" presStyleLbl="revTx" presStyleIdx="1" presStyleCnt="4"/>
      <dgm:spPr/>
    </dgm:pt>
    <dgm:pt modelId="{B8A790BE-FBFE-C341-8291-EE80F2942EF8}" type="pres">
      <dgm:prSet presAssocID="{DE30B208-AF1B-4D5A-B3ED-31D9D798C3AD}" presName="vert1" presStyleCnt="0"/>
      <dgm:spPr/>
    </dgm:pt>
    <dgm:pt modelId="{F7F385EF-F52A-5944-BA4B-3AD14AEA5034}" type="pres">
      <dgm:prSet presAssocID="{BF7B57A3-C9A8-4D2E-B770-3CFF957E3CE6}" presName="thickLine" presStyleLbl="alignNode1" presStyleIdx="2" presStyleCnt="4"/>
      <dgm:spPr/>
    </dgm:pt>
    <dgm:pt modelId="{3105BFF7-0F97-6941-8077-C29B1888D206}" type="pres">
      <dgm:prSet presAssocID="{BF7B57A3-C9A8-4D2E-B770-3CFF957E3CE6}" presName="horz1" presStyleCnt="0"/>
      <dgm:spPr/>
    </dgm:pt>
    <dgm:pt modelId="{E529DBB5-5A40-3B4B-A2C1-8F52BD42C123}" type="pres">
      <dgm:prSet presAssocID="{BF7B57A3-C9A8-4D2E-B770-3CFF957E3CE6}" presName="tx1" presStyleLbl="revTx" presStyleIdx="2" presStyleCnt="4"/>
      <dgm:spPr/>
    </dgm:pt>
    <dgm:pt modelId="{2662486A-EC24-314D-B8C9-2B650EA5828E}" type="pres">
      <dgm:prSet presAssocID="{BF7B57A3-C9A8-4D2E-B770-3CFF957E3CE6}" presName="vert1" presStyleCnt="0"/>
      <dgm:spPr/>
    </dgm:pt>
    <dgm:pt modelId="{4B91D02E-4A6B-184B-8DC6-8CE6CE1E4A83}" type="pres">
      <dgm:prSet presAssocID="{869E4268-DD64-4DAB-AB86-574FFE5C2457}" presName="thickLine" presStyleLbl="alignNode1" presStyleIdx="3" presStyleCnt="4"/>
      <dgm:spPr/>
    </dgm:pt>
    <dgm:pt modelId="{BA423276-B1B1-664D-BF6C-06A9626893CC}" type="pres">
      <dgm:prSet presAssocID="{869E4268-DD64-4DAB-AB86-574FFE5C2457}" presName="horz1" presStyleCnt="0"/>
      <dgm:spPr/>
    </dgm:pt>
    <dgm:pt modelId="{53D340F5-2A5E-2547-ABEA-3697E2B0800C}" type="pres">
      <dgm:prSet presAssocID="{869E4268-DD64-4DAB-AB86-574FFE5C2457}" presName="tx1" presStyleLbl="revTx" presStyleIdx="3" presStyleCnt="4"/>
      <dgm:spPr/>
    </dgm:pt>
    <dgm:pt modelId="{126B5807-6EB6-854C-9EED-575E9DAEECCE}" type="pres">
      <dgm:prSet presAssocID="{869E4268-DD64-4DAB-AB86-574FFE5C2457}" presName="vert1" presStyleCnt="0"/>
      <dgm:spPr/>
    </dgm:pt>
  </dgm:ptLst>
  <dgm:cxnLst>
    <dgm:cxn modelId="{17BE8218-1208-DB42-B2F1-41B647103B93}" type="presOf" srcId="{869E4268-DD64-4DAB-AB86-574FFE5C2457}" destId="{53D340F5-2A5E-2547-ABEA-3697E2B0800C}" srcOrd="0" destOrd="0" presId="urn:microsoft.com/office/officeart/2008/layout/LinedList"/>
    <dgm:cxn modelId="{9373302C-F662-3245-A206-CCDEBF5B4017}" type="presOf" srcId="{B6FD2526-7829-49A6-B4FA-0307DF1B80DB}" destId="{42183BCE-44E2-844E-99A9-299AEE0CF7F7}" srcOrd="0" destOrd="0" presId="urn:microsoft.com/office/officeart/2008/layout/LinedList"/>
    <dgm:cxn modelId="{36813460-020E-4B5E-BC99-8D68E45C2EBE}" srcId="{B6FD2526-7829-49A6-B4FA-0307DF1B80DB}" destId="{D87C69CE-1C65-43F3-AF21-0F4D518E27F6}" srcOrd="0" destOrd="0" parTransId="{CE4644FE-6E48-4765-98A5-03FDFA53D14A}" sibTransId="{A64ADEA9-07C6-46A6-B47E-B2EEAC361325}"/>
    <dgm:cxn modelId="{2D3C8D6D-63B3-438D-A5D9-53DE6E95AABA}" srcId="{B6FD2526-7829-49A6-B4FA-0307DF1B80DB}" destId="{BF7B57A3-C9A8-4D2E-B770-3CFF957E3CE6}" srcOrd="2" destOrd="0" parTransId="{F5AC9D84-9230-4A00-8A06-BB53360E1CC7}" sibTransId="{A2307118-E1A0-4115-84C4-6B30BC11F53C}"/>
    <dgm:cxn modelId="{27264674-CF6F-424A-8E3D-E0F22EC01286}" srcId="{B6FD2526-7829-49A6-B4FA-0307DF1B80DB}" destId="{DE30B208-AF1B-4D5A-B3ED-31D9D798C3AD}" srcOrd="1" destOrd="0" parTransId="{E6CC9276-7A7E-4FE4-8FB7-31B35AA3FE7F}" sibTransId="{A93C4E44-5659-48C7-A422-F43DC69FFF51}"/>
    <dgm:cxn modelId="{BDE2D9C2-7C60-41EB-BDC4-BE64CE2605D8}" srcId="{B6FD2526-7829-49A6-B4FA-0307DF1B80DB}" destId="{869E4268-DD64-4DAB-AB86-574FFE5C2457}" srcOrd="3" destOrd="0" parTransId="{A587ACB3-DDC4-40D0-9D30-01EC081EDD96}" sibTransId="{2C24C84B-B9E6-46BA-ADCA-DFCD7364C77C}"/>
    <dgm:cxn modelId="{0366E5D9-969D-5B43-B103-77455E985646}" type="presOf" srcId="{D87C69CE-1C65-43F3-AF21-0F4D518E27F6}" destId="{EB129C30-673D-4540-B48D-60D838BE7B0A}" srcOrd="0" destOrd="0" presId="urn:microsoft.com/office/officeart/2008/layout/LinedList"/>
    <dgm:cxn modelId="{51CDBFEB-2B69-B64B-8AB0-9AE09274E01A}" type="presOf" srcId="{BF7B57A3-C9A8-4D2E-B770-3CFF957E3CE6}" destId="{E529DBB5-5A40-3B4B-A2C1-8F52BD42C123}" srcOrd="0" destOrd="0" presId="urn:microsoft.com/office/officeart/2008/layout/LinedList"/>
    <dgm:cxn modelId="{B5F3AEFF-EFE6-244C-BEBA-E757CD7A5373}" type="presOf" srcId="{DE30B208-AF1B-4D5A-B3ED-31D9D798C3AD}" destId="{4802CF8C-0644-8744-83BB-D3A172A61ED9}" srcOrd="0" destOrd="0" presId="urn:microsoft.com/office/officeart/2008/layout/LinedList"/>
    <dgm:cxn modelId="{7AA33047-F3CB-7641-A6A6-FB5AF8E8978E}" type="presParOf" srcId="{42183BCE-44E2-844E-99A9-299AEE0CF7F7}" destId="{429A674B-A3F9-944C-984B-8FFE49866BAB}" srcOrd="0" destOrd="0" presId="urn:microsoft.com/office/officeart/2008/layout/LinedList"/>
    <dgm:cxn modelId="{B0CDAC09-E61B-6747-98E3-2DFE8869B7C6}" type="presParOf" srcId="{42183BCE-44E2-844E-99A9-299AEE0CF7F7}" destId="{47868C04-E452-0244-AE06-19CACCD8FF78}" srcOrd="1" destOrd="0" presId="urn:microsoft.com/office/officeart/2008/layout/LinedList"/>
    <dgm:cxn modelId="{001DFC51-9A78-CA4E-8E5F-4212A13851A6}" type="presParOf" srcId="{47868C04-E452-0244-AE06-19CACCD8FF78}" destId="{EB129C30-673D-4540-B48D-60D838BE7B0A}" srcOrd="0" destOrd="0" presId="urn:microsoft.com/office/officeart/2008/layout/LinedList"/>
    <dgm:cxn modelId="{86A6D39D-3F2B-0341-A701-597783166ED3}" type="presParOf" srcId="{47868C04-E452-0244-AE06-19CACCD8FF78}" destId="{42444B9D-EBC0-6546-BEFC-4C0170EE5AFC}" srcOrd="1" destOrd="0" presId="urn:microsoft.com/office/officeart/2008/layout/LinedList"/>
    <dgm:cxn modelId="{FE4AA438-E57C-2B48-A1A1-1FE91D376791}" type="presParOf" srcId="{42183BCE-44E2-844E-99A9-299AEE0CF7F7}" destId="{9DB05254-3A79-5449-89B9-10C9A03E3AEC}" srcOrd="2" destOrd="0" presId="urn:microsoft.com/office/officeart/2008/layout/LinedList"/>
    <dgm:cxn modelId="{1D7EF552-588F-2C4E-A0E3-D53A6389F2DB}" type="presParOf" srcId="{42183BCE-44E2-844E-99A9-299AEE0CF7F7}" destId="{3EEADE39-BC2C-B74E-9CDD-EF112D06897E}" srcOrd="3" destOrd="0" presId="urn:microsoft.com/office/officeart/2008/layout/LinedList"/>
    <dgm:cxn modelId="{F86B2E1F-E5C4-D048-8EE1-9DC20B364DF7}" type="presParOf" srcId="{3EEADE39-BC2C-B74E-9CDD-EF112D06897E}" destId="{4802CF8C-0644-8744-83BB-D3A172A61ED9}" srcOrd="0" destOrd="0" presId="urn:microsoft.com/office/officeart/2008/layout/LinedList"/>
    <dgm:cxn modelId="{0D871018-039A-D44D-927E-0BE9E436A890}" type="presParOf" srcId="{3EEADE39-BC2C-B74E-9CDD-EF112D06897E}" destId="{B8A790BE-FBFE-C341-8291-EE80F2942EF8}" srcOrd="1" destOrd="0" presId="urn:microsoft.com/office/officeart/2008/layout/LinedList"/>
    <dgm:cxn modelId="{4F5B1E5D-996A-144C-A583-500C3F2F8153}" type="presParOf" srcId="{42183BCE-44E2-844E-99A9-299AEE0CF7F7}" destId="{F7F385EF-F52A-5944-BA4B-3AD14AEA5034}" srcOrd="4" destOrd="0" presId="urn:microsoft.com/office/officeart/2008/layout/LinedList"/>
    <dgm:cxn modelId="{5AE953C9-05CA-2C4A-B6F6-4839D8BEA5DE}" type="presParOf" srcId="{42183BCE-44E2-844E-99A9-299AEE0CF7F7}" destId="{3105BFF7-0F97-6941-8077-C29B1888D206}" srcOrd="5" destOrd="0" presId="urn:microsoft.com/office/officeart/2008/layout/LinedList"/>
    <dgm:cxn modelId="{CEB46437-F192-BB47-921F-C076A9E26C2B}" type="presParOf" srcId="{3105BFF7-0F97-6941-8077-C29B1888D206}" destId="{E529DBB5-5A40-3B4B-A2C1-8F52BD42C123}" srcOrd="0" destOrd="0" presId="urn:microsoft.com/office/officeart/2008/layout/LinedList"/>
    <dgm:cxn modelId="{83561E3C-75FA-DE4D-91DC-2FF44589D538}" type="presParOf" srcId="{3105BFF7-0F97-6941-8077-C29B1888D206}" destId="{2662486A-EC24-314D-B8C9-2B650EA5828E}" srcOrd="1" destOrd="0" presId="urn:microsoft.com/office/officeart/2008/layout/LinedList"/>
    <dgm:cxn modelId="{5B724F85-9534-1A4E-A9D2-E1395EA7378A}" type="presParOf" srcId="{42183BCE-44E2-844E-99A9-299AEE0CF7F7}" destId="{4B91D02E-4A6B-184B-8DC6-8CE6CE1E4A83}" srcOrd="6" destOrd="0" presId="urn:microsoft.com/office/officeart/2008/layout/LinedList"/>
    <dgm:cxn modelId="{DE62B5E3-FAF6-0D46-B712-05C6B1911F2E}" type="presParOf" srcId="{42183BCE-44E2-844E-99A9-299AEE0CF7F7}" destId="{BA423276-B1B1-664D-BF6C-06A9626893CC}" srcOrd="7" destOrd="0" presId="urn:microsoft.com/office/officeart/2008/layout/LinedList"/>
    <dgm:cxn modelId="{1396E619-40A9-8F40-B309-9A009AF93A94}" type="presParOf" srcId="{BA423276-B1B1-664D-BF6C-06A9626893CC}" destId="{53D340F5-2A5E-2547-ABEA-3697E2B0800C}" srcOrd="0" destOrd="0" presId="urn:microsoft.com/office/officeart/2008/layout/LinedList"/>
    <dgm:cxn modelId="{7799B2A1-A2B1-8243-8F33-DE82C5FF0E37}" type="presParOf" srcId="{BA423276-B1B1-664D-BF6C-06A9626893CC}" destId="{126B5807-6EB6-854C-9EED-575E9DAEEC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AF33C92-E17D-4408-933E-966D9B15F32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C7ACDA3-1DE8-413B-94EE-53BD6B777889}">
      <dgm:prSet/>
      <dgm:spPr/>
      <dgm:t>
        <a:bodyPr/>
        <a:lstStyle/>
        <a:p>
          <a:r>
            <a:rPr lang="en-US"/>
            <a:t>Perfume industry standardization</a:t>
          </a:r>
        </a:p>
      </dgm:t>
    </dgm:pt>
    <dgm:pt modelId="{DB085A05-A37B-4A9C-A0F1-369C99DD5EFF}" type="parTrans" cxnId="{54B028A0-25AE-4BDF-AF49-88ADA2052CD0}">
      <dgm:prSet/>
      <dgm:spPr/>
      <dgm:t>
        <a:bodyPr/>
        <a:lstStyle/>
        <a:p>
          <a:endParaRPr lang="en-US"/>
        </a:p>
      </dgm:t>
    </dgm:pt>
    <dgm:pt modelId="{753FF9DD-FA0B-4EEF-ACFC-896196052EEC}" type="sibTrans" cxnId="{54B028A0-25AE-4BDF-AF49-88ADA2052CD0}">
      <dgm:prSet/>
      <dgm:spPr/>
      <dgm:t>
        <a:bodyPr/>
        <a:lstStyle/>
        <a:p>
          <a:endParaRPr lang="en-US"/>
        </a:p>
      </dgm:t>
    </dgm:pt>
    <dgm:pt modelId="{30440E37-D749-43FB-B1B4-5D97F2BB2115}">
      <dgm:prSet/>
      <dgm:spPr/>
      <dgm:t>
        <a:bodyPr/>
        <a:lstStyle/>
        <a:p>
          <a:r>
            <a:rPr lang="en-US"/>
            <a:t>Medical diagnostics</a:t>
          </a:r>
        </a:p>
      </dgm:t>
    </dgm:pt>
    <dgm:pt modelId="{2EB57650-ACF3-4125-890C-DB8F8998EEB0}" type="parTrans" cxnId="{5E424FE7-036C-42ED-848F-59DD6FDE1C7A}">
      <dgm:prSet/>
      <dgm:spPr/>
      <dgm:t>
        <a:bodyPr/>
        <a:lstStyle/>
        <a:p>
          <a:endParaRPr lang="en-US"/>
        </a:p>
      </dgm:t>
    </dgm:pt>
    <dgm:pt modelId="{749753AC-F47C-4803-B3D6-A7810F4706D5}" type="sibTrans" cxnId="{5E424FE7-036C-42ED-848F-59DD6FDE1C7A}">
      <dgm:prSet/>
      <dgm:spPr/>
      <dgm:t>
        <a:bodyPr/>
        <a:lstStyle/>
        <a:p>
          <a:endParaRPr lang="en-US"/>
        </a:p>
      </dgm:t>
    </dgm:pt>
    <dgm:pt modelId="{3A9C218E-13C9-4264-965E-91D2E53D94F5}">
      <dgm:prSet/>
      <dgm:spPr/>
      <dgm:t>
        <a:bodyPr/>
        <a:lstStyle/>
        <a:p>
          <a:r>
            <a:rPr lang="en-US"/>
            <a:t>Food and beverage industry</a:t>
          </a:r>
        </a:p>
      </dgm:t>
    </dgm:pt>
    <dgm:pt modelId="{B1B0B3F0-5DB0-4745-A5BB-A2E2A4C5B6AF}" type="parTrans" cxnId="{D49DD29F-F380-446B-AF9C-1BC3B7C5849D}">
      <dgm:prSet/>
      <dgm:spPr/>
      <dgm:t>
        <a:bodyPr/>
        <a:lstStyle/>
        <a:p>
          <a:endParaRPr lang="en-US"/>
        </a:p>
      </dgm:t>
    </dgm:pt>
    <dgm:pt modelId="{B04B5F73-33E2-4846-85F5-50E8C743B1DB}" type="sibTrans" cxnId="{D49DD29F-F380-446B-AF9C-1BC3B7C5849D}">
      <dgm:prSet/>
      <dgm:spPr/>
      <dgm:t>
        <a:bodyPr/>
        <a:lstStyle/>
        <a:p>
          <a:endParaRPr lang="en-US"/>
        </a:p>
      </dgm:t>
    </dgm:pt>
    <dgm:pt modelId="{B1EE2611-D244-499C-B32D-7B37851F90EB}">
      <dgm:prSet/>
      <dgm:spPr/>
      <dgm:t>
        <a:bodyPr/>
        <a:lstStyle/>
        <a:p>
          <a:r>
            <a:rPr lang="en-US"/>
            <a:t>Environmental monitoring</a:t>
          </a:r>
        </a:p>
      </dgm:t>
    </dgm:pt>
    <dgm:pt modelId="{215EBA7C-D48F-4902-B75D-B297972753BF}" type="parTrans" cxnId="{32B0A750-26ED-4579-A057-39D567B6278C}">
      <dgm:prSet/>
      <dgm:spPr/>
      <dgm:t>
        <a:bodyPr/>
        <a:lstStyle/>
        <a:p>
          <a:endParaRPr lang="en-US"/>
        </a:p>
      </dgm:t>
    </dgm:pt>
    <dgm:pt modelId="{40FDCFBA-B3D3-4B27-AD46-5A95EC46CE50}" type="sibTrans" cxnId="{32B0A750-26ED-4579-A057-39D567B6278C}">
      <dgm:prSet/>
      <dgm:spPr/>
      <dgm:t>
        <a:bodyPr/>
        <a:lstStyle/>
        <a:p>
          <a:endParaRPr lang="en-US"/>
        </a:p>
      </dgm:t>
    </dgm:pt>
    <dgm:pt modelId="{7D016CFA-5CEA-AE42-87FA-585C036C8633}" type="pres">
      <dgm:prSet presAssocID="{CAF33C92-E17D-4408-933E-966D9B15F32D}" presName="vert0" presStyleCnt="0">
        <dgm:presLayoutVars>
          <dgm:dir/>
          <dgm:animOne val="branch"/>
          <dgm:animLvl val="lvl"/>
        </dgm:presLayoutVars>
      </dgm:prSet>
      <dgm:spPr/>
    </dgm:pt>
    <dgm:pt modelId="{884A08B9-9019-7640-B11C-8AED4E3186AB}" type="pres">
      <dgm:prSet presAssocID="{8C7ACDA3-1DE8-413B-94EE-53BD6B777889}" presName="thickLine" presStyleLbl="alignNode1" presStyleIdx="0" presStyleCnt="4"/>
      <dgm:spPr/>
    </dgm:pt>
    <dgm:pt modelId="{70EBD032-D05C-6F4F-A31F-83786C87FAA1}" type="pres">
      <dgm:prSet presAssocID="{8C7ACDA3-1DE8-413B-94EE-53BD6B777889}" presName="horz1" presStyleCnt="0"/>
      <dgm:spPr/>
    </dgm:pt>
    <dgm:pt modelId="{FC65B1F8-3632-4443-8119-E36545F91A6C}" type="pres">
      <dgm:prSet presAssocID="{8C7ACDA3-1DE8-413B-94EE-53BD6B777889}" presName="tx1" presStyleLbl="revTx" presStyleIdx="0" presStyleCnt="4"/>
      <dgm:spPr/>
    </dgm:pt>
    <dgm:pt modelId="{34B00A31-2EAE-E24C-9F90-7AEE625F2C12}" type="pres">
      <dgm:prSet presAssocID="{8C7ACDA3-1DE8-413B-94EE-53BD6B777889}" presName="vert1" presStyleCnt="0"/>
      <dgm:spPr/>
    </dgm:pt>
    <dgm:pt modelId="{E110C38B-1310-6440-8496-5A4A62D282E3}" type="pres">
      <dgm:prSet presAssocID="{30440E37-D749-43FB-B1B4-5D97F2BB2115}" presName="thickLine" presStyleLbl="alignNode1" presStyleIdx="1" presStyleCnt="4"/>
      <dgm:spPr/>
    </dgm:pt>
    <dgm:pt modelId="{989023BC-3138-A643-8F90-49E338C8AE7F}" type="pres">
      <dgm:prSet presAssocID="{30440E37-D749-43FB-B1B4-5D97F2BB2115}" presName="horz1" presStyleCnt="0"/>
      <dgm:spPr/>
    </dgm:pt>
    <dgm:pt modelId="{5CBF9B5A-39C6-EF4A-B3EE-91DD6A52A50F}" type="pres">
      <dgm:prSet presAssocID="{30440E37-D749-43FB-B1B4-5D97F2BB2115}" presName="tx1" presStyleLbl="revTx" presStyleIdx="1" presStyleCnt="4"/>
      <dgm:spPr/>
    </dgm:pt>
    <dgm:pt modelId="{BE07D837-A403-7348-99BF-63A3714387D4}" type="pres">
      <dgm:prSet presAssocID="{30440E37-D749-43FB-B1B4-5D97F2BB2115}" presName="vert1" presStyleCnt="0"/>
      <dgm:spPr/>
    </dgm:pt>
    <dgm:pt modelId="{43D219AE-60C8-FD48-B7BB-C4CDB89C0803}" type="pres">
      <dgm:prSet presAssocID="{3A9C218E-13C9-4264-965E-91D2E53D94F5}" presName="thickLine" presStyleLbl="alignNode1" presStyleIdx="2" presStyleCnt="4"/>
      <dgm:spPr/>
    </dgm:pt>
    <dgm:pt modelId="{B5C87BBA-7753-C945-BF08-D7F2FB767DC9}" type="pres">
      <dgm:prSet presAssocID="{3A9C218E-13C9-4264-965E-91D2E53D94F5}" presName="horz1" presStyleCnt="0"/>
      <dgm:spPr/>
    </dgm:pt>
    <dgm:pt modelId="{574E341C-241E-A642-A982-EA0E7594E7C0}" type="pres">
      <dgm:prSet presAssocID="{3A9C218E-13C9-4264-965E-91D2E53D94F5}" presName="tx1" presStyleLbl="revTx" presStyleIdx="2" presStyleCnt="4"/>
      <dgm:spPr/>
    </dgm:pt>
    <dgm:pt modelId="{DB0B220D-1B5B-CC4C-A24C-5288DB41EBDA}" type="pres">
      <dgm:prSet presAssocID="{3A9C218E-13C9-4264-965E-91D2E53D94F5}" presName="vert1" presStyleCnt="0"/>
      <dgm:spPr/>
    </dgm:pt>
    <dgm:pt modelId="{ECA0B376-39FD-544C-88B1-19AEB0403982}" type="pres">
      <dgm:prSet presAssocID="{B1EE2611-D244-499C-B32D-7B37851F90EB}" presName="thickLine" presStyleLbl="alignNode1" presStyleIdx="3" presStyleCnt="4"/>
      <dgm:spPr/>
    </dgm:pt>
    <dgm:pt modelId="{C073393C-E2F0-1E4F-B5C9-7F1F4CE487D8}" type="pres">
      <dgm:prSet presAssocID="{B1EE2611-D244-499C-B32D-7B37851F90EB}" presName="horz1" presStyleCnt="0"/>
      <dgm:spPr/>
    </dgm:pt>
    <dgm:pt modelId="{07855E17-BA29-4546-B612-1A8055BD5E93}" type="pres">
      <dgm:prSet presAssocID="{B1EE2611-D244-499C-B32D-7B37851F90EB}" presName="tx1" presStyleLbl="revTx" presStyleIdx="3" presStyleCnt="4"/>
      <dgm:spPr/>
    </dgm:pt>
    <dgm:pt modelId="{A2E09177-50DF-7249-B978-7F86130B1030}" type="pres">
      <dgm:prSet presAssocID="{B1EE2611-D244-499C-B32D-7B37851F90EB}" presName="vert1" presStyleCnt="0"/>
      <dgm:spPr/>
    </dgm:pt>
  </dgm:ptLst>
  <dgm:cxnLst>
    <dgm:cxn modelId="{32B0A750-26ED-4579-A057-39D567B6278C}" srcId="{CAF33C92-E17D-4408-933E-966D9B15F32D}" destId="{B1EE2611-D244-499C-B32D-7B37851F90EB}" srcOrd="3" destOrd="0" parTransId="{215EBA7C-D48F-4902-B75D-B297972753BF}" sibTransId="{40FDCFBA-B3D3-4B27-AD46-5A95EC46CE50}"/>
    <dgm:cxn modelId="{E6B29666-D60A-5642-B980-B5C7A3E4A452}" type="presOf" srcId="{30440E37-D749-43FB-B1B4-5D97F2BB2115}" destId="{5CBF9B5A-39C6-EF4A-B3EE-91DD6A52A50F}" srcOrd="0" destOrd="0" presId="urn:microsoft.com/office/officeart/2008/layout/LinedList"/>
    <dgm:cxn modelId="{E3343967-812F-E244-AA85-59E9793153D9}" type="presOf" srcId="{CAF33C92-E17D-4408-933E-966D9B15F32D}" destId="{7D016CFA-5CEA-AE42-87FA-585C036C8633}" srcOrd="0" destOrd="0" presId="urn:microsoft.com/office/officeart/2008/layout/LinedList"/>
    <dgm:cxn modelId="{3FB68E83-77A8-174E-B058-AFC7CECFC9DC}" type="presOf" srcId="{3A9C218E-13C9-4264-965E-91D2E53D94F5}" destId="{574E341C-241E-A642-A982-EA0E7594E7C0}" srcOrd="0" destOrd="0" presId="urn:microsoft.com/office/officeart/2008/layout/LinedList"/>
    <dgm:cxn modelId="{D49DD29F-F380-446B-AF9C-1BC3B7C5849D}" srcId="{CAF33C92-E17D-4408-933E-966D9B15F32D}" destId="{3A9C218E-13C9-4264-965E-91D2E53D94F5}" srcOrd="2" destOrd="0" parTransId="{B1B0B3F0-5DB0-4745-A5BB-A2E2A4C5B6AF}" sibTransId="{B04B5F73-33E2-4846-85F5-50E8C743B1DB}"/>
    <dgm:cxn modelId="{54B028A0-25AE-4BDF-AF49-88ADA2052CD0}" srcId="{CAF33C92-E17D-4408-933E-966D9B15F32D}" destId="{8C7ACDA3-1DE8-413B-94EE-53BD6B777889}" srcOrd="0" destOrd="0" parTransId="{DB085A05-A37B-4A9C-A0F1-369C99DD5EFF}" sibTransId="{753FF9DD-FA0B-4EEF-ACFC-896196052EEC}"/>
    <dgm:cxn modelId="{D88AC1C6-1439-9348-A651-1850C189882C}" type="presOf" srcId="{8C7ACDA3-1DE8-413B-94EE-53BD6B777889}" destId="{FC65B1F8-3632-4443-8119-E36545F91A6C}" srcOrd="0" destOrd="0" presId="urn:microsoft.com/office/officeart/2008/layout/LinedList"/>
    <dgm:cxn modelId="{D2A67DDB-29ED-3942-A91E-5797457A16F0}" type="presOf" srcId="{B1EE2611-D244-499C-B32D-7B37851F90EB}" destId="{07855E17-BA29-4546-B612-1A8055BD5E93}" srcOrd="0" destOrd="0" presId="urn:microsoft.com/office/officeart/2008/layout/LinedList"/>
    <dgm:cxn modelId="{5E424FE7-036C-42ED-848F-59DD6FDE1C7A}" srcId="{CAF33C92-E17D-4408-933E-966D9B15F32D}" destId="{30440E37-D749-43FB-B1B4-5D97F2BB2115}" srcOrd="1" destOrd="0" parTransId="{2EB57650-ACF3-4125-890C-DB8F8998EEB0}" sibTransId="{749753AC-F47C-4803-B3D6-A7810F4706D5}"/>
    <dgm:cxn modelId="{EF8A169E-F693-A346-BA0B-2FD4F4C03050}" type="presParOf" srcId="{7D016CFA-5CEA-AE42-87FA-585C036C8633}" destId="{884A08B9-9019-7640-B11C-8AED4E3186AB}" srcOrd="0" destOrd="0" presId="urn:microsoft.com/office/officeart/2008/layout/LinedList"/>
    <dgm:cxn modelId="{45C0202A-EEFC-204F-A323-2B332219976B}" type="presParOf" srcId="{7D016CFA-5CEA-AE42-87FA-585C036C8633}" destId="{70EBD032-D05C-6F4F-A31F-83786C87FAA1}" srcOrd="1" destOrd="0" presId="urn:microsoft.com/office/officeart/2008/layout/LinedList"/>
    <dgm:cxn modelId="{70C934D6-4C98-7742-8089-E337D034A1F2}" type="presParOf" srcId="{70EBD032-D05C-6F4F-A31F-83786C87FAA1}" destId="{FC65B1F8-3632-4443-8119-E36545F91A6C}" srcOrd="0" destOrd="0" presId="urn:microsoft.com/office/officeart/2008/layout/LinedList"/>
    <dgm:cxn modelId="{BEEA626E-4549-2E46-AE32-8EBCFA318817}" type="presParOf" srcId="{70EBD032-D05C-6F4F-A31F-83786C87FAA1}" destId="{34B00A31-2EAE-E24C-9F90-7AEE625F2C12}" srcOrd="1" destOrd="0" presId="urn:microsoft.com/office/officeart/2008/layout/LinedList"/>
    <dgm:cxn modelId="{93C91037-A24A-9B4C-8A02-F57F94F79650}" type="presParOf" srcId="{7D016CFA-5CEA-AE42-87FA-585C036C8633}" destId="{E110C38B-1310-6440-8496-5A4A62D282E3}" srcOrd="2" destOrd="0" presId="urn:microsoft.com/office/officeart/2008/layout/LinedList"/>
    <dgm:cxn modelId="{D683F300-BF50-8946-A712-C8A06AB8CF61}" type="presParOf" srcId="{7D016CFA-5CEA-AE42-87FA-585C036C8633}" destId="{989023BC-3138-A643-8F90-49E338C8AE7F}" srcOrd="3" destOrd="0" presId="urn:microsoft.com/office/officeart/2008/layout/LinedList"/>
    <dgm:cxn modelId="{3CAD8496-5A4C-2647-BDDA-303A7C2CA2C9}" type="presParOf" srcId="{989023BC-3138-A643-8F90-49E338C8AE7F}" destId="{5CBF9B5A-39C6-EF4A-B3EE-91DD6A52A50F}" srcOrd="0" destOrd="0" presId="urn:microsoft.com/office/officeart/2008/layout/LinedList"/>
    <dgm:cxn modelId="{12EB77E9-73D2-4B45-A8B7-AE2D54555B6A}" type="presParOf" srcId="{989023BC-3138-A643-8F90-49E338C8AE7F}" destId="{BE07D837-A403-7348-99BF-63A3714387D4}" srcOrd="1" destOrd="0" presId="urn:microsoft.com/office/officeart/2008/layout/LinedList"/>
    <dgm:cxn modelId="{EE38A741-4D56-384E-9ADF-D0BB3E450119}" type="presParOf" srcId="{7D016CFA-5CEA-AE42-87FA-585C036C8633}" destId="{43D219AE-60C8-FD48-B7BB-C4CDB89C0803}" srcOrd="4" destOrd="0" presId="urn:microsoft.com/office/officeart/2008/layout/LinedList"/>
    <dgm:cxn modelId="{E9DA38B6-0C2D-3746-9AD3-B45972950649}" type="presParOf" srcId="{7D016CFA-5CEA-AE42-87FA-585C036C8633}" destId="{B5C87BBA-7753-C945-BF08-D7F2FB767DC9}" srcOrd="5" destOrd="0" presId="urn:microsoft.com/office/officeart/2008/layout/LinedList"/>
    <dgm:cxn modelId="{53D3E1B2-B42E-4149-B08E-AE05A7591421}" type="presParOf" srcId="{B5C87BBA-7753-C945-BF08-D7F2FB767DC9}" destId="{574E341C-241E-A642-A982-EA0E7594E7C0}" srcOrd="0" destOrd="0" presId="urn:microsoft.com/office/officeart/2008/layout/LinedList"/>
    <dgm:cxn modelId="{E1C5C38A-87A2-8641-99EC-80A5CEA030D7}" type="presParOf" srcId="{B5C87BBA-7753-C945-BF08-D7F2FB767DC9}" destId="{DB0B220D-1B5B-CC4C-A24C-5288DB41EBDA}" srcOrd="1" destOrd="0" presId="urn:microsoft.com/office/officeart/2008/layout/LinedList"/>
    <dgm:cxn modelId="{4B3722A9-008A-244E-863C-E1E3BD5EC898}" type="presParOf" srcId="{7D016CFA-5CEA-AE42-87FA-585C036C8633}" destId="{ECA0B376-39FD-544C-88B1-19AEB0403982}" srcOrd="6" destOrd="0" presId="urn:microsoft.com/office/officeart/2008/layout/LinedList"/>
    <dgm:cxn modelId="{60881FF0-87D8-0045-A5E9-C79043EE487C}" type="presParOf" srcId="{7D016CFA-5CEA-AE42-87FA-585C036C8633}" destId="{C073393C-E2F0-1E4F-B5C9-7F1F4CE487D8}" srcOrd="7" destOrd="0" presId="urn:microsoft.com/office/officeart/2008/layout/LinedList"/>
    <dgm:cxn modelId="{52D04714-3478-C14D-BE43-4F9912A581CD}" type="presParOf" srcId="{C073393C-E2F0-1E4F-B5C9-7F1F4CE487D8}" destId="{07855E17-BA29-4546-B612-1A8055BD5E93}" srcOrd="0" destOrd="0" presId="urn:microsoft.com/office/officeart/2008/layout/LinedList"/>
    <dgm:cxn modelId="{A3277782-962F-CF48-9BC6-BDEABD9D18A3}" type="presParOf" srcId="{C073393C-E2F0-1E4F-B5C9-7F1F4CE487D8}" destId="{A2E09177-50DF-7249-B978-7F86130B10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94DBDD-E252-B941-B554-87F86F27404C}">
      <dsp:nvSpPr>
        <dsp:cNvPr id="0" name=""/>
        <dsp:cNvSpPr/>
      </dsp:nvSpPr>
      <dsp:spPr>
        <a:xfrm>
          <a:off x="0" y="202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7E3C3-9D59-5A43-BA0B-76A1E03A170F}">
      <dsp:nvSpPr>
        <dsp:cNvPr id="0" name=""/>
        <dsp:cNvSpPr/>
      </dsp:nvSpPr>
      <dsp:spPr>
        <a:xfrm>
          <a:off x="0" y="2027"/>
          <a:ext cx="1035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Henning's Prism (1916)</a:t>
          </a:r>
        </a:p>
      </dsp:txBody>
      <dsp:txXfrm>
        <a:off x="0" y="2027"/>
        <a:ext cx="1035076" cy="1382683"/>
      </dsp:txXfrm>
    </dsp:sp>
    <dsp:sp modelId="{F7544BF6-5323-2644-B60A-44AD2C9E8C86}">
      <dsp:nvSpPr>
        <dsp:cNvPr id="0" name=""/>
        <dsp:cNvSpPr/>
      </dsp:nvSpPr>
      <dsp:spPr>
        <a:xfrm>
          <a:off x="1112707" y="34163"/>
          <a:ext cx="4062676" cy="64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Six primary odors: floral, fruity, resinous, spicy, burnt, putrid</a:t>
          </a:r>
        </a:p>
      </dsp:txBody>
      <dsp:txXfrm>
        <a:off x="1112707" y="34163"/>
        <a:ext cx="4062676" cy="642731"/>
      </dsp:txXfrm>
    </dsp:sp>
    <dsp:sp modelId="{AB8995BD-EF6E-F142-AA43-182141B24292}">
      <dsp:nvSpPr>
        <dsp:cNvPr id="0" name=""/>
        <dsp:cNvSpPr/>
      </dsp:nvSpPr>
      <dsp:spPr>
        <a:xfrm>
          <a:off x="1035076" y="676895"/>
          <a:ext cx="41403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76224-1456-314C-8C75-582873950174}">
      <dsp:nvSpPr>
        <dsp:cNvPr id="0" name=""/>
        <dsp:cNvSpPr/>
      </dsp:nvSpPr>
      <dsp:spPr>
        <a:xfrm>
          <a:off x="1112707" y="709032"/>
          <a:ext cx="4062676" cy="64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Odors as points within triangular prism structure</a:t>
          </a:r>
        </a:p>
      </dsp:txBody>
      <dsp:txXfrm>
        <a:off x="1112707" y="709032"/>
        <a:ext cx="4062676" cy="642731"/>
      </dsp:txXfrm>
    </dsp:sp>
    <dsp:sp modelId="{CB2B0686-9FFD-F743-9479-F45A2122C895}">
      <dsp:nvSpPr>
        <dsp:cNvPr id="0" name=""/>
        <dsp:cNvSpPr/>
      </dsp:nvSpPr>
      <dsp:spPr>
        <a:xfrm>
          <a:off x="1035076" y="1351764"/>
          <a:ext cx="41403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92484-97E3-A743-A4A0-C430BDC17473}">
      <dsp:nvSpPr>
        <dsp:cNvPr id="0" name=""/>
        <dsp:cNvSpPr/>
      </dsp:nvSpPr>
      <dsp:spPr>
        <a:xfrm>
          <a:off x="0" y="138471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602D2-8371-B04B-8EE4-F2DAE4B124AB}">
      <dsp:nvSpPr>
        <dsp:cNvPr id="0" name=""/>
        <dsp:cNvSpPr/>
      </dsp:nvSpPr>
      <dsp:spPr>
        <a:xfrm>
          <a:off x="0" y="1384711"/>
          <a:ext cx="1035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Schiffman &amp; Erickson (1971)</a:t>
          </a:r>
        </a:p>
      </dsp:txBody>
      <dsp:txXfrm>
        <a:off x="0" y="1384711"/>
        <a:ext cx="1035076" cy="1382683"/>
      </dsp:txXfrm>
    </dsp:sp>
    <dsp:sp modelId="{E3D81B3E-5A92-CE46-9536-E1E609CD0767}">
      <dsp:nvSpPr>
        <dsp:cNvPr id="0" name=""/>
        <dsp:cNvSpPr/>
      </dsp:nvSpPr>
      <dsp:spPr>
        <a:xfrm>
          <a:off x="1112707" y="1416847"/>
          <a:ext cx="4062676" cy="64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Three-dimensional </a:t>
          </a:r>
          <a:r>
            <a:rPr lang="en-US" sz="1800" b="1" kern="1200" dirty="0"/>
            <a:t>taste</a:t>
          </a:r>
          <a:r>
            <a:rPr lang="en-US" sz="1800" kern="1200" dirty="0"/>
            <a:t> model using multidimensional scaling</a:t>
          </a:r>
        </a:p>
      </dsp:txBody>
      <dsp:txXfrm>
        <a:off x="1112707" y="1416847"/>
        <a:ext cx="4062676" cy="642731"/>
      </dsp:txXfrm>
    </dsp:sp>
    <dsp:sp modelId="{C79A5041-6D71-B444-A41D-31C0C23572F5}">
      <dsp:nvSpPr>
        <dsp:cNvPr id="0" name=""/>
        <dsp:cNvSpPr/>
      </dsp:nvSpPr>
      <dsp:spPr>
        <a:xfrm>
          <a:off x="1035076" y="2059579"/>
          <a:ext cx="41403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D7FC6B-E28E-9C4F-A599-03CB08C81D0C}">
      <dsp:nvSpPr>
        <dsp:cNvPr id="0" name=""/>
        <dsp:cNvSpPr/>
      </dsp:nvSpPr>
      <dsp:spPr>
        <a:xfrm>
          <a:off x="1112707" y="2091716"/>
          <a:ext cx="4062676" cy="64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Incorporated molecular weight, pH deviation, hedonic ratings</a:t>
          </a:r>
          <a:endParaRPr lang="he-IL" sz="1800" kern="1200" dirty="0"/>
        </a:p>
      </dsp:txBody>
      <dsp:txXfrm>
        <a:off x="1112707" y="2091716"/>
        <a:ext cx="4062676" cy="642731"/>
      </dsp:txXfrm>
    </dsp:sp>
    <dsp:sp modelId="{2F79C067-2F44-884F-8ABB-151764029E96}">
      <dsp:nvSpPr>
        <dsp:cNvPr id="0" name=""/>
        <dsp:cNvSpPr/>
      </dsp:nvSpPr>
      <dsp:spPr>
        <a:xfrm>
          <a:off x="1035076" y="2734448"/>
          <a:ext cx="41403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504F5-9A1A-F949-9605-A0738549DC38}">
      <dsp:nvSpPr>
        <dsp:cNvPr id="0" name=""/>
        <dsp:cNvSpPr/>
      </dsp:nvSpPr>
      <dsp:spPr>
        <a:xfrm>
          <a:off x="0" y="276739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E3A29-B500-3A47-BDA2-32AC0B4B270E}">
      <dsp:nvSpPr>
        <dsp:cNvPr id="0" name=""/>
        <dsp:cNvSpPr/>
      </dsp:nvSpPr>
      <dsp:spPr>
        <a:xfrm>
          <a:off x="0" y="2767394"/>
          <a:ext cx="1035076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Schiffman (1974)</a:t>
          </a:r>
          <a:endParaRPr lang="he-IL" sz="1700" kern="1200" dirty="0"/>
        </a:p>
      </dsp:txBody>
      <dsp:txXfrm>
        <a:off x="0" y="2767394"/>
        <a:ext cx="1035076" cy="1382683"/>
      </dsp:txXfrm>
    </dsp:sp>
    <dsp:sp modelId="{B3FF5948-2466-8C4B-867E-6F1C9E3D4D2E}">
      <dsp:nvSpPr>
        <dsp:cNvPr id="0" name=""/>
        <dsp:cNvSpPr/>
      </dsp:nvSpPr>
      <dsp:spPr>
        <a:xfrm>
          <a:off x="1112707" y="2830182"/>
          <a:ext cx="4062676" cy="1255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Two-dimensional </a:t>
          </a:r>
          <a:r>
            <a:rPr lang="en-US" sz="1800" b="1" kern="1200" dirty="0"/>
            <a:t>smell</a:t>
          </a:r>
          <a:r>
            <a:rPr lang="en-US" sz="1800" kern="1200" dirty="0"/>
            <a:t> model centered on pleasantness and sharpness</a:t>
          </a:r>
          <a:endParaRPr lang="he-IL" sz="1800" kern="1200" dirty="0"/>
        </a:p>
      </dsp:txBody>
      <dsp:txXfrm>
        <a:off x="1112707" y="2830182"/>
        <a:ext cx="4062676" cy="1255757"/>
      </dsp:txXfrm>
    </dsp:sp>
    <dsp:sp modelId="{33774312-49E2-F744-B6C3-A2E34A0F7B18}">
      <dsp:nvSpPr>
        <dsp:cNvPr id="0" name=""/>
        <dsp:cNvSpPr/>
      </dsp:nvSpPr>
      <dsp:spPr>
        <a:xfrm>
          <a:off x="1035076" y="4085940"/>
          <a:ext cx="41403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61D1C-869A-404E-B82C-25FFD0B6F34C}">
      <dsp:nvSpPr>
        <dsp:cNvPr id="0" name=""/>
        <dsp:cNvSpPr/>
      </dsp:nvSpPr>
      <dsp:spPr>
        <a:xfrm>
          <a:off x="0" y="2027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E50AE-D523-3548-8C3E-3CDF68DDEA8C}">
      <dsp:nvSpPr>
        <dsp:cNvPr id="0" name=""/>
        <dsp:cNvSpPr/>
      </dsp:nvSpPr>
      <dsp:spPr>
        <a:xfrm>
          <a:off x="0" y="2027"/>
          <a:ext cx="517538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Pleasantness and Intensity as key organizing </a:t>
          </a:r>
          <a:r>
            <a:rPr lang="en" sz="1900" kern="1200" dirty="0"/>
            <a:t>dimensions</a:t>
          </a:r>
          <a:endParaRPr lang="he-IL" sz="1900" kern="1200" dirty="0"/>
        </a:p>
      </dsp:txBody>
      <dsp:txXfrm>
        <a:off x="0" y="2027"/>
        <a:ext cx="5175384" cy="691341"/>
      </dsp:txXfrm>
    </dsp:sp>
    <dsp:sp modelId="{EE38BDDF-BDFC-444B-93AD-A94C33E54C2C}">
      <dsp:nvSpPr>
        <dsp:cNvPr id="0" name=""/>
        <dsp:cNvSpPr/>
      </dsp:nvSpPr>
      <dsp:spPr>
        <a:xfrm>
          <a:off x="0" y="693369"/>
          <a:ext cx="5175384" cy="0"/>
        </a:xfrm>
        <a:prstGeom prst="line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81A2F-A86E-AE40-8B5E-CE993A9FD1EC}">
      <dsp:nvSpPr>
        <dsp:cNvPr id="0" name=""/>
        <dsp:cNvSpPr/>
      </dsp:nvSpPr>
      <dsp:spPr>
        <a:xfrm>
          <a:off x="0" y="693369"/>
          <a:ext cx="517538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900" kern="1200" dirty="0"/>
            <a:t>146 perceptual descriptors</a:t>
          </a:r>
          <a:endParaRPr lang="he-IL" sz="1900" kern="1200" dirty="0"/>
        </a:p>
      </dsp:txBody>
      <dsp:txXfrm>
        <a:off x="0" y="693369"/>
        <a:ext cx="5175384" cy="691341"/>
      </dsp:txXfrm>
    </dsp:sp>
    <dsp:sp modelId="{D4DC7903-3F25-6143-879F-01ECDA7F6AD3}">
      <dsp:nvSpPr>
        <dsp:cNvPr id="0" name=""/>
        <dsp:cNvSpPr/>
      </dsp:nvSpPr>
      <dsp:spPr>
        <a:xfrm>
          <a:off x="0" y="1384711"/>
          <a:ext cx="5175384" cy="0"/>
        </a:xfrm>
        <a:prstGeom prst="lin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39F2D-1C1A-2D47-8C5B-21505C256CD9}">
      <dsp:nvSpPr>
        <dsp:cNvPr id="0" name=""/>
        <dsp:cNvSpPr/>
      </dsp:nvSpPr>
      <dsp:spPr>
        <a:xfrm>
          <a:off x="0" y="1384711"/>
          <a:ext cx="517538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~400 different olfactory receptors</a:t>
          </a:r>
        </a:p>
      </dsp:txBody>
      <dsp:txXfrm>
        <a:off x="0" y="1384711"/>
        <a:ext cx="5175384" cy="691341"/>
      </dsp:txXfrm>
    </dsp:sp>
    <dsp:sp modelId="{44B59E06-5296-3843-8065-88BA6046A396}">
      <dsp:nvSpPr>
        <dsp:cNvPr id="0" name=""/>
        <dsp:cNvSpPr/>
      </dsp:nvSpPr>
      <dsp:spPr>
        <a:xfrm>
          <a:off x="0" y="2076053"/>
          <a:ext cx="5175384" cy="0"/>
        </a:xfrm>
        <a:prstGeom prst="line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5FAD1-DB8B-764B-8A6C-127D41F6032D}">
      <dsp:nvSpPr>
        <dsp:cNvPr id="0" name=""/>
        <dsp:cNvSpPr/>
      </dsp:nvSpPr>
      <dsp:spPr>
        <a:xfrm>
          <a:off x="0" y="2076052"/>
          <a:ext cx="517538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Human capability to detect up to </a:t>
          </a:r>
          <a:r>
            <a:rPr lang="en" sz="1900" kern="1200" dirty="0"/>
            <a:t>a trillion</a:t>
          </a:r>
          <a:r>
            <a:rPr lang="en-US" sz="1900" kern="1200" dirty="0"/>
            <a:t> different smells</a:t>
          </a:r>
        </a:p>
      </dsp:txBody>
      <dsp:txXfrm>
        <a:off x="0" y="2076052"/>
        <a:ext cx="5175384" cy="691341"/>
      </dsp:txXfrm>
    </dsp:sp>
    <dsp:sp modelId="{2E2EC43F-6F88-4140-A01B-1EEA7A211E87}">
      <dsp:nvSpPr>
        <dsp:cNvPr id="0" name=""/>
        <dsp:cNvSpPr/>
      </dsp:nvSpPr>
      <dsp:spPr>
        <a:xfrm>
          <a:off x="0" y="2767394"/>
          <a:ext cx="5175384" cy="0"/>
        </a:xfrm>
        <a:prstGeom prst="lin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DE944-4C32-0848-AFEE-DB8D78B7C995}">
      <dsp:nvSpPr>
        <dsp:cNvPr id="0" name=""/>
        <dsp:cNvSpPr/>
      </dsp:nvSpPr>
      <dsp:spPr>
        <a:xfrm>
          <a:off x="0" y="2767394"/>
          <a:ext cx="517538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Limited vocabulary for description</a:t>
          </a:r>
        </a:p>
      </dsp:txBody>
      <dsp:txXfrm>
        <a:off x="0" y="2767394"/>
        <a:ext cx="5175384" cy="691341"/>
      </dsp:txXfrm>
    </dsp:sp>
    <dsp:sp modelId="{9D95A560-8B37-6B4C-B378-CEFC48DAC4D1}">
      <dsp:nvSpPr>
        <dsp:cNvPr id="0" name=""/>
        <dsp:cNvSpPr/>
      </dsp:nvSpPr>
      <dsp:spPr>
        <a:xfrm>
          <a:off x="0" y="3458736"/>
          <a:ext cx="517538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F5134-F031-904C-BEB4-FC2B303412EA}">
      <dsp:nvSpPr>
        <dsp:cNvPr id="0" name=""/>
        <dsp:cNvSpPr/>
      </dsp:nvSpPr>
      <dsp:spPr>
        <a:xfrm>
          <a:off x="0" y="3458736"/>
          <a:ext cx="517538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Cultural variations in odor perception</a:t>
          </a:r>
        </a:p>
      </dsp:txBody>
      <dsp:txXfrm>
        <a:off x="0" y="3458736"/>
        <a:ext cx="5175384" cy="6913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D230B-1525-EC4B-B92D-B35E4DCC8653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793F0-1B20-AD4C-B6B4-B1931D5EB086}">
      <dsp:nvSpPr>
        <dsp:cNvPr id="0" name=""/>
        <dsp:cNvSpPr/>
      </dsp:nvSpPr>
      <dsp:spPr>
        <a:xfrm>
          <a:off x="0" y="0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Vision: Munsell system (Hue, Value, Chroma)</a:t>
          </a:r>
        </a:p>
      </dsp:txBody>
      <dsp:txXfrm>
        <a:off x="0" y="0"/>
        <a:ext cx="5175384" cy="1038026"/>
      </dsp:txXfrm>
    </dsp:sp>
    <dsp:sp modelId="{7E31FBEC-8CD0-6644-B1E7-1056AD8E1E3D}">
      <dsp:nvSpPr>
        <dsp:cNvPr id="0" name=""/>
        <dsp:cNvSpPr/>
      </dsp:nvSpPr>
      <dsp:spPr>
        <a:xfrm>
          <a:off x="0" y="1038026"/>
          <a:ext cx="5175384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4053B-4876-034E-838A-E37F685971C7}">
      <dsp:nvSpPr>
        <dsp:cNvPr id="0" name=""/>
        <dsp:cNvSpPr/>
      </dsp:nvSpPr>
      <dsp:spPr>
        <a:xfrm>
          <a:off x="0" y="1038026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Sound: Frequency (pitch) and amplitude (loudness)</a:t>
          </a:r>
        </a:p>
      </dsp:txBody>
      <dsp:txXfrm>
        <a:off x="0" y="1038026"/>
        <a:ext cx="5175384" cy="1038026"/>
      </dsp:txXfrm>
    </dsp:sp>
    <dsp:sp modelId="{E8FE4C2C-4895-3F47-910C-F289D519E44F}">
      <dsp:nvSpPr>
        <dsp:cNvPr id="0" name=""/>
        <dsp:cNvSpPr/>
      </dsp:nvSpPr>
      <dsp:spPr>
        <a:xfrm>
          <a:off x="0" y="2076053"/>
          <a:ext cx="5175384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C5A53-F0E5-6E40-A724-5FDDC60A89F5}">
      <dsp:nvSpPr>
        <dsp:cNvPr id="0" name=""/>
        <dsp:cNvSpPr/>
      </dsp:nvSpPr>
      <dsp:spPr>
        <a:xfrm>
          <a:off x="0" y="2076053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Smell: No universal dimensional model</a:t>
          </a:r>
        </a:p>
      </dsp:txBody>
      <dsp:txXfrm>
        <a:off x="0" y="2076053"/>
        <a:ext cx="5175384" cy="1038026"/>
      </dsp:txXfrm>
    </dsp:sp>
    <dsp:sp modelId="{690C3A78-E62D-F842-9658-2058B528C2C8}">
      <dsp:nvSpPr>
        <dsp:cNvPr id="0" name=""/>
        <dsp:cNvSpPr/>
      </dsp:nvSpPr>
      <dsp:spPr>
        <a:xfrm>
          <a:off x="0" y="3114079"/>
          <a:ext cx="517538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6B60D-75B2-5541-B4E9-440B1D4C1FDA}">
      <dsp:nvSpPr>
        <dsp:cNvPr id="0" name=""/>
        <dsp:cNvSpPr/>
      </dsp:nvSpPr>
      <dsp:spPr>
        <a:xfrm>
          <a:off x="0" y="3114079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Gap in physics, chemistry, biology, and perception intersection</a:t>
          </a:r>
        </a:p>
      </dsp:txBody>
      <dsp:txXfrm>
        <a:off x="0" y="3114079"/>
        <a:ext cx="5175384" cy="10380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582EE-FF93-4A41-98D1-255C92C5E60A}">
      <dsp:nvSpPr>
        <dsp:cNvPr id="0" name=""/>
        <dsp:cNvSpPr/>
      </dsp:nvSpPr>
      <dsp:spPr>
        <a:xfrm>
          <a:off x="1228141" y="20660"/>
          <a:ext cx="1317282" cy="13172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4F5DE-4C09-4C99-8D21-7039D4412300}">
      <dsp:nvSpPr>
        <dsp:cNvPr id="0" name=""/>
        <dsp:cNvSpPr/>
      </dsp:nvSpPr>
      <dsp:spPr>
        <a:xfrm>
          <a:off x="4950" y="1471384"/>
          <a:ext cx="3763664" cy="56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Investigating odor-pitch interactions</a:t>
          </a:r>
        </a:p>
      </dsp:txBody>
      <dsp:txXfrm>
        <a:off x="4950" y="1471384"/>
        <a:ext cx="3763664" cy="564549"/>
      </dsp:txXfrm>
    </dsp:sp>
    <dsp:sp modelId="{53F96ACE-FCBC-41C3-ACA4-7FDEF1CB11E6}">
      <dsp:nvSpPr>
        <dsp:cNvPr id="0" name=""/>
        <dsp:cNvSpPr/>
      </dsp:nvSpPr>
      <dsp:spPr>
        <a:xfrm>
          <a:off x="4950" y="2097999"/>
          <a:ext cx="3763664" cy="1025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59998D-AD11-4FCD-B56A-02DF3E10C9A4}">
      <dsp:nvSpPr>
        <dsp:cNvPr id="0" name=""/>
        <dsp:cNvSpPr/>
      </dsp:nvSpPr>
      <dsp:spPr>
        <a:xfrm>
          <a:off x="5650447" y="20660"/>
          <a:ext cx="1317282" cy="13172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B3DA3-9A89-4B7C-8973-074765415E46}">
      <dsp:nvSpPr>
        <dsp:cNvPr id="0" name=""/>
        <dsp:cNvSpPr/>
      </dsp:nvSpPr>
      <dsp:spPr>
        <a:xfrm>
          <a:off x="4427256" y="1471384"/>
          <a:ext cx="3763664" cy="56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Two potential mechanisms</a:t>
          </a:r>
        </a:p>
      </dsp:txBody>
      <dsp:txXfrm>
        <a:off x="4427256" y="1471384"/>
        <a:ext cx="3763664" cy="564549"/>
      </dsp:txXfrm>
    </dsp:sp>
    <dsp:sp modelId="{03873427-1A34-4EBE-8259-BA43290A6DCC}">
      <dsp:nvSpPr>
        <dsp:cNvPr id="0" name=""/>
        <dsp:cNvSpPr/>
      </dsp:nvSpPr>
      <dsp:spPr>
        <a:xfrm>
          <a:off x="4395528" y="2022018"/>
          <a:ext cx="3763664" cy="1025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Low-level sensory integration - Synesthetic experience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Or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Semantic coding through metaphorical language</a:t>
          </a:r>
        </a:p>
      </dsp:txBody>
      <dsp:txXfrm>
        <a:off x="4395528" y="2022018"/>
        <a:ext cx="3763664" cy="10259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2FE5C-2F9C-AC4F-B798-E6D75E60DF58}">
      <dsp:nvSpPr>
        <dsp:cNvPr id="0" name=""/>
        <dsp:cNvSpPr/>
      </dsp:nvSpPr>
      <dsp:spPr>
        <a:xfrm>
          <a:off x="1742471" y="1308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Participants: 2 </a:t>
          </a:r>
          <a:r>
            <a:rPr lang="en-US" sz="1200" kern="1200" dirty="0">
              <a:solidFill>
                <a:schemeClr val="bg1"/>
              </a:solidFill>
            </a:rPr>
            <a:t>professional perfumers</a:t>
          </a:r>
        </a:p>
      </dsp:txBody>
      <dsp:txXfrm>
        <a:off x="1773193" y="32030"/>
        <a:ext cx="1898836" cy="567893"/>
      </dsp:txXfrm>
    </dsp:sp>
    <dsp:sp modelId="{FBC1EB89-A560-394A-AC42-EF76094E4A2B}">
      <dsp:nvSpPr>
        <dsp:cNvPr id="0" name=""/>
        <dsp:cNvSpPr/>
      </dsp:nvSpPr>
      <dsp:spPr>
        <a:xfrm>
          <a:off x="1742471" y="662112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Materials: </a:t>
          </a:r>
          <a:br>
            <a:rPr lang="en-US" sz="1200" kern="1200" dirty="0"/>
          </a:br>
          <a:r>
            <a:rPr lang="en-US" sz="1200" kern="1200" dirty="0"/>
            <a:t>Sub 1 - 20 Odors </a:t>
          </a:r>
          <a:br>
            <a:rPr lang="en-US" sz="1200" kern="1200" dirty="0"/>
          </a:br>
          <a:r>
            <a:rPr lang="en-US" sz="1200" kern="1200" dirty="0"/>
            <a:t>Sub 2 - 45 odors</a:t>
          </a:r>
        </a:p>
      </dsp:txBody>
      <dsp:txXfrm>
        <a:off x="1773193" y="692834"/>
        <a:ext cx="1898836" cy="567893"/>
      </dsp:txXfrm>
    </dsp:sp>
    <dsp:sp modelId="{4CC2A908-551B-8F49-B073-C9BB4D3DDD4C}">
      <dsp:nvSpPr>
        <dsp:cNvPr id="0" name=""/>
        <dsp:cNvSpPr/>
      </dsp:nvSpPr>
      <dsp:spPr>
        <a:xfrm>
          <a:off x="1742471" y="1322916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Task: Match odors to adjustable pitch (starting at 500Hz)</a:t>
          </a:r>
        </a:p>
      </dsp:txBody>
      <dsp:txXfrm>
        <a:off x="1773193" y="1353638"/>
        <a:ext cx="1898836" cy="567893"/>
      </dsp:txXfrm>
    </dsp:sp>
    <dsp:sp modelId="{18CACF74-9ABA-7B46-8725-228A244F9D64}">
      <dsp:nvSpPr>
        <dsp:cNvPr id="0" name=""/>
        <dsp:cNvSpPr/>
      </dsp:nvSpPr>
      <dsp:spPr>
        <a:xfrm>
          <a:off x="1742471" y="1983720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Two trials per odor, two weeks apart</a:t>
          </a:r>
        </a:p>
      </dsp:txBody>
      <dsp:txXfrm>
        <a:off x="1773193" y="2014442"/>
        <a:ext cx="1898836" cy="5678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2FE5C-2F9C-AC4F-B798-E6D75E60DF58}">
      <dsp:nvSpPr>
        <dsp:cNvPr id="0" name=""/>
        <dsp:cNvSpPr/>
      </dsp:nvSpPr>
      <dsp:spPr>
        <a:xfrm>
          <a:off x="0" y="1308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Participants: 40 adults</a:t>
          </a:r>
        </a:p>
      </dsp:txBody>
      <dsp:txXfrm>
        <a:off x="30722" y="32030"/>
        <a:ext cx="1898836" cy="567893"/>
      </dsp:txXfrm>
    </dsp:sp>
    <dsp:sp modelId="{8836635C-36D1-1F44-8E83-E339DBB2F76A}">
      <dsp:nvSpPr>
        <dsp:cNvPr id="0" name=""/>
        <dsp:cNvSpPr/>
      </dsp:nvSpPr>
      <dsp:spPr>
        <a:xfrm rot="5400000">
          <a:off x="3451017" y="-765690"/>
          <a:ext cx="503469" cy="3484943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Eugenol, </a:t>
          </a:r>
          <a:r>
            <a:rPr lang="en-US" sz="1400" kern="1200" dirty="0" err="1"/>
            <a:t>Cirtonelly</a:t>
          </a:r>
          <a:r>
            <a:rPr lang="en-US" sz="1400" kern="1200" dirty="0"/>
            <a:t>, Linalool, Indole, </a:t>
          </a:r>
          <a:r>
            <a:rPr lang="en-US" sz="1400" kern="1200" dirty="0" err="1"/>
            <a:t>Galaxolide</a:t>
          </a:r>
          <a:r>
            <a:rPr lang="en-US" sz="1400" kern="1200" dirty="0"/>
            <a:t>, PEA, </a:t>
          </a:r>
          <a:r>
            <a:rPr lang="en-US" sz="1400" kern="1200" dirty="0" err="1"/>
            <a:t>Gallbascone</a:t>
          </a:r>
          <a:endParaRPr lang="en-US" sz="1400" kern="1200" dirty="0"/>
        </a:p>
      </dsp:txBody>
      <dsp:txXfrm rot="-5400000">
        <a:off x="1960281" y="749623"/>
        <a:ext cx="3460366" cy="454315"/>
      </dsp:txXfrm>
    </dsp:sp>
    <dsp:sp modelId="{FBC1EB89-A560-394A-AC42-EF76094E4A2B}">
      <dsp:nvSpPr>
        <dsp:cNvPr id="0" name=""/>
        <dsp:cNvSpPr/>
      </dsp:nvSpPr>
      <dsp:spPr>
        <a:xfrm>
          <a:off x="0" y="662112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Materials: 7 </a:t>
          </a:r>
          <a:r>
            <a:rPr lang="en-US" sz="1200" b="1" kern="1200" dirty="0"/>
            <a:t>Nameless</a:t>
          </a:r>
          <a:r>
            <a:rPr lang="en-US" sz="1200" kern="1200" dirty="0"/>
            <a:t> odors, Pitch Generator</a:t>
          </a:r>
        </a:p>
      </dsp:txBody>
      <dsp:txXfrm>
        <a:off x="30722" y="692834"/>
        <a:ext cx="1898836" cy="567893"/>
      </dsp:txXfrm>
    </dsp:sp>
    <dsp:sp modelId="{4CC2A908-551B-8F49-B073-C9BB4D3DDD4C}">
      <dsp:nvSpPr>
        <dsp:cNvPr id="0" name=""/>
        <dsp:cNvSpPr/>
      </dsp:nvSpPr>
      <dsp:spPr>
        <a:xfrm>
          <a:off x="0" y="1322916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Task: Match odors to adjustable pitch (starting at 500Hz)</a:t>
          </a:r>
        </a:p>
      </dsp:txBody>
      <dsp:txXfrm>
        <a:off x="30722" y="1353638"/>
        <a:ext cx="1898836" cy="567893"/>
      </dsp:txXfrm>
    </dsp:sp>
    <dsp:sp modelId="{18CACF74-9ABA-7B46-8725-228A244F9D64}">
      <dsp:nvSpPr>
        <dsp:cNvPr id="0" name=""/>
        <dsp:cNvSpPr/>
      </dsp:nvSpPr>
      <dsp:spPr>
        <a:xfrm>
          <a:off x="0" y="1983720"/>
          <a:ext cx="1960280" cy="62933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Three trials per odor</a:t>
          </a:r>
        </a:p>
      </dsp:txBody>
      <dsp:txXfrm>
        <a:off x="30722" y="2014442"/>
        <a:ext cx="1898836" cy="5678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608EB-3A10-9F4E-B7B8-CCEA91E89272}">
      <dsp:nvSpPr>
        <dsp:cNvPr id="0" name=""/>
        <dsp:cNvSpPr/>
      </dsp:nvSpPr>
      <dsp:spPr>
        <a:xfrm>
          <a:off x="631" y="474539"/>
          <a:ext cx="2463866" cy="14783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Participants: 26 adults</a:t>
          </a:r>
        </a:p>
      </dsp:txBody>
      <dsp:txXfrm>
        <a:off x="631" y="474539"/>
        <a:ext cx="2463866" cy="1478320"/>
      </dsp:txXfrm>
    </dsp:sp>
    <dsp:sp modelId="{F4CE420C-289C-EF4D-94FE-30DD467FCD24}">
      <dsp:nvSpPr>
        <dsp:cNvPr id="0" name=""/>
        <dsp:cNvSpPr/>
      </dsp:nvSpPr>
      <dsp:spPr>
        <a:xfrm>
          <a:off x="2710885" y="474539"/>
          <a:ext cx="2463866" cy="1478320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Same 7 odors</a:t>
          </a:r>
        </a:p>
      </dsp:txBody>
      <dsp:txXfrm>
        <a:off x="2710885" y="474539"/>
        <a:ext cx="2463866" cy="1478320"/>
      </dsp:txXfrm>
    </dsp:sp>
    <dsp:sp modelId="{2CA9AA75-80F2-0C41-951A-39198E81252E}">
      <dsp:nvSpPr>
        <dsp:cNvPr id="0" name=""/>
        <dsp:cNvSpPr/>
      </dsp:nvSpPr>
      <dsp:spPr>
        <a:xfrm>
          <a:off x="631" y="2199246"/>
          <a:ext cx="2463866" cy="1478320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Four fixed pitch options: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\(481\) Hz, \(540\) Hz, \(712\) Hz, \(745\) Hz</a:t>
          </a:r>
        </a:p>
      </dsp:txBody>
      <dsp:txXfrm>
        <a:off x="631" y="2199246"/>
        <a:ext cx="2463866" cy="1478320"/>
      </dsp:txXfrm>
    </dsp:sp>
    <dsp:sp modelId="{D0C98B60-B45F-8D41-8812-C350700FBC03}">
      <dsp:nvSpPr>
        <dsp:cNvPr id="0" name=""/>
        <dsp:cNvSpPr/>
      </dsp:nvSpPr>
      <dsp:spPr>
        <a:xfrm>
          <a:off x="2710885" y="2199246"/>
          <a:ext cx="2463866" cy="147832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Multiple trials per odor</a:t>
          </a:r>
        </a:p>
      </dsp:txBody>
      <dsp:txXfrm>
        <a:off x="2710885" y="2199246"/>
        <a:ext cx="2463866" cy="14783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B4B93-73D5-984B-9880-D3A4417ECFAE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98032-13CD-4140-9C19-542A41AE7BB7}">
      <dsp:nvSpPr>
        <dsp:cNvPr id="0" name=""/>
        <dsp:cNvSpPr/>
      </dsp:nvSpPr>
      <dsp:spPr>
        <a:xfrm>
          <a:off x="0" y="0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Systematic odor-pitch associations</a:t>
          </a:r>
        </a:p>
      </dsp:txBody>
      <dsp:txXfrm>
        <a:off x="0" y="0"/>
        <a:ext cx="5175384" cy="1038026"/>
      </dsp:txXfrm>
    </dsp:sp>
    <dsp:sp modelId="{C0046BE4-5D6B-3143-A597-963CEECE8696}">
      <dsp:nvSpPr>
        <dsp:cNvPr id="0" name=""/>
        <dsp:cNvSpPr/>
      </dsp:nvSpPr>
      <dsp:spPr>
        <a:xfrm>
          <a:off x="0" y="1038026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AE5F9-659B-5A45-978C-B15F82F78A36}">
      <dsp:nvSpPr>
        <dsp:cNvPr id="0" name=""/>
        <dsp:cNvSpPr/>
      </dsp:nvSpPr>
      <dsp:spPr>
        <a:xfrm>
          <a:off x="0" y="1038026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Consistent patterns across experiments and methods</a:t>
          </a:r>
        </a:p>
      </dsp:txBody>
      <dsp:txXfrm>
        <a:off x="0" y="1038026"/>
        <a:ext cx="5175384" cy="1038026"/>
      </dsp:txXfrm>
    </dsp:sp>
    <dsp:sp modelId="{050C6788-0ADD-A549-9A6E-D3A344EA81A5}">
      <dsp:nvSpPr>
        <dsp:cNvPr id="0" name=""/>
        <dsp:cNvSpPr/>
      </dsp:nvSpPr>
      <dsp:spPr>
        <a:xfrm>
          <a:off x="0" y="207605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29461-73DA-7A41-AF2C-7D403A41C5AA}">
      <dsp:nvSpPr>
        <dsp:cNvPr id="0" name=""/>
        <dsp:cNvSpPr/>
      </dsp:nvSpPr>
      <dsp:spPr>
        <a:xfrm>
          <a:off x="0" y="2076053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Expert and </a:t>
          </a:r>
          <a:r>
            <a:rPr lang="en" sz="2900" kern="1200" dirty="0"/>
            <a:t>Naive</a:t>
          </a:r>
          <a:r>
            <a:rPr lang="en-US" sz="2900" kern="1200" dirty="0"/>
            <a:t> validation</a:t>
          </a:r>
        </a:p>
      </dsp:txBody>
      <dsp:txXfrm>
        <a:off x="0" y="2076053"/>
        <a:ext cx="5175384" cy="1038026"/>
      </dsp:txXfrm>
    </dsp:sp>
    <dsp:sp modelId="{0AAF23AA-5658-8044-9457-36A488901395}">
      <dsp:nvSpPr>
        <dsp:cNvPr id="0" name=""/>
        <dsp:cNvSpPr/>
      </dsp:nvSpPr>
      <dsp:spPr>
        <a:xfrm>
          <a:off x="0" y="311407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C337B-6313-FF4E-9247-EA63504C56EE}">
      <dsp:nvSpPr>
        <dsp:cNvPr id="0" name=""/>
        <dsp:cNvSpPr/>
      </dsp:nvSpPr>
      <dsp:spPr>
        <a:xfrm>
          <a:off x="0" y="3114079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Potential for standardized scale development</a:t>
          </a:r>
        </a:p>
      </dsp:txBody>
      <dsp:txXfrm>
        <a:off x="0" y="3114079"/>
        <a:ext cx="5175384" cy="10380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529F0-553D-CF4A-8B30-6E98B8743F43}">
      <dsp:nvSpPr>
        <dsp:cNvPr id="0" name=""/>
        <dsp:cNvSpPr/>
      </dsp:nvSpPr>
      <dsp:spPr>
        <a:xfrm>
          <a:off x="0" y="1446"/>
          <a:ext cx="2839211" cy="954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Purpose: Evaluate perceptual independence between dimensions</a:t>
          </a:r>
        </a:p>
      </dsp:txBody>
      <dsp:txXfrm>
        <a:off x="46592" y="48038"/>
        <a:ext cx="2746027" cy="861256"/>
      </dsp:txXfrm>
    </dsp:sp>
    <dsp:sp modelId="{9BBB4742-8B5F-5041-BCAE-75BC03637CAE}">
      <dsp:nvSpPr>
        <dsp:cNvPr id="0" name=""/>
        <dsp:cNvSpPr/>
      </dsp:nvSpPr>
      <dsp:spPr>
        <a:xfrm rot="5400000">
          <a:off x="4981179" y="-1042915"/>
          <a:ext cx="763552" cy="504748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Relevant dimension: Height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Irrelevant dimension: Width</a:t>
          </a:r>
        </a:p>
      </dsp:txBody>
      <dsp:txXfrm rot="-5400000">
        <a:off x="2839211" y="1136327"/>
        <a:ext cx="5010214" cy="689004"/>
      </dsp:txXfrm>
    </dsp:sp>
    <dsp:sp modelId="{F30A72E1-7E99-7D41-AF87-E74751B75C2F}">
      <dsp:nvSpPr>
        <dsp:cNvPr id="0" name=""/>
        <dsp:cNvSpPr/>
      </dsp:nvSpPr>
      <dsp:spPr>
        <a:xfrm>
          <a:off x="0" y="1003608"/>
          <a:ext cx="2839211" cy="95444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Example: Rectangle classification</a:t>
          </a:r>
        </a:p>
      </dsp:txBody>
      <dsp:txXfrm>
        <a:off x="46592" y="1050200"/>
        <a:ext cx="2746027" cy="861256"/>
      </dsp:txXfrm>
    </dsp:sp>
    <dsp:sp modelId="{DB5DFB8A-1E94-4E41-8423-FCCE4AD275FB}">
      <dsp:nvSpPr>
        <dsp:cNvPr id="0" name=""/>
        <dsp:cNvSpPr/>
      </dsp:nvSpPr>
      <dsp:spPr>
        <a:xfrm>
          <a:off x="0" y="2005770"/>
          <a:ext cx="2839211" cy="9544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Tests ability to focus on one dimension while ignoring another</a:t>
          </a:r>
        </a:p>
      </dsp:txBody>
      <dsp:txXfrm>
        <a:off x="46592" y="2052362"/>
        <a:ext cx="2746027" cy="8612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2256D-C075-A340-A56A-38D9CD7B8DB8}">
      <dsp:nvSpPr>
        <dsp:cNvPr id="0" name=""/>
        <dsp:cNvSpPr/>
      </dsp:nvSpPr>
      <dsp:spPr>
        <a:xfrm>
          <a:off x="7698" y="562"/>
          <a:ext cx="2839211" cy="4924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Three conditions: Baseline, Filtering and Correlation</a:t>
          </a:r>
        </a:p>
      </dsp:txBody>
      <dsp:txXfrm>
        <a:off x="31735" y="24599"/>
        <a:ext cx="2791137" cy="444330"/>
      </dsp:txXfrm>
    </dsp:sp>
    <dsp:sp modelId="{D23248DA-1AB7-C344-8FE5-5AC8A336C1DD}">
      <dsp:nvSpPr>
        <dsp:cNvPr id="0" name=""/>
        <dsp:cNvSpPr/>
      </dsp:nvSpPr>
      <dsp:spPr>
        <a:xfrm rot="5400000">
          <a:off x="4655455" y="-1296501"/>
          <a:ext cx="1409458" cy="503763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GI = MRT(F) - MRT(B)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Where: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MRT(B) = Mean Reaction Time in Baseline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MRT(F) = Mean Reaction Time in Filtering</a:t>
          </a: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MRT(C) = Mean Reaction Time in Correlation</a:t>
          </a:r>
        </a:p>
      </dsp:txBody>
      <dsp:txXfrm rot="-5400000">
        <a:off x="2841367" y="586391"/>
        <a:ext cx="4968830" cy="1271850"/>
      </dsp:txXfrm>
    </dsp:sp>
    <dsp:sp modelId="{70D7349C-1C3A-3843-9A51-92352C3AE154}">
      <dsp:nvSpPr>
        <dsp:cNvPr id="0" name=""/>
        <dsp:cNvSpPr/>
      </dsp:nvSpPr>
      <dsp:spPr>
        <a:xfrm>
          <a:off x="7698" y="976113"/>
          <a:ext cx="2833669" cy="49240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Garner Interference (GI) equation:</a:t>
          </a:r>
        </a:p>
      </dsp:txBody>
      <dsp:txXfrm>
        <a:off x="31735" y="1000150"/>
        <a:ext cx="2785595" cy="444330"/>
      </dsp:txXfrm>
    </dsp:sp>
    <dsp:sp modelId="{B2BA59D6-3D11-1742-B1B6-9026980D9E49}">
      <dsp:nvSpPr>
        <dsp:cNvPr id="0" name=""/>
        <dsp:cNvSpPr/>
      </dsp:nvSpPr>
      <dsp:spPr>
        <a:xfrm>
          <a:off x="7698" y="1951665"/>
          <a:ext cx="2839211" cy="49240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interference in Filtering suggest dimension integration</a:t>
          </a:r>
        </a:p>
      </dsp:txBody>
      <dsp:txXfrm>
        <a:off x="31735" y="1975702"/>
        <a:ext cx="2791137" cy="444330"/>
      </dsp:txXfrm>
    </dsp:sp>
    <dsp:sp modelId="{F35F3CED-8F04-F34F-9090-BC12AE0BA1C2}">
      <dsp:nvSpPr>
        <dsp:cNvPr id="0" name=""/>
        <dsp:cNvSpPr/>
      </dsp:nvSpPr>
      <dsp:spPr>
        <a:xfrm>
          <a:off x="7698" y="2468690"/>
          <a:ext cx="2839211" cy="49240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</a:t>
          </a:r>
          <a:r>
            <a:rPr lang="en" sz="1300" b="0" i="0" u="none" strike="noStrike" kern="1200" dirty="0">
              <a:solidFill>
                <a:schemeClr val="bg1"/>
              </a:solidFill>
              <a:effectLst/>
            </a:rPr>
            <a:t>redundancy gains in Correlation suggest dimension integration </a:t>
          </a:r>
          <a:endParaRPr lang="he-IL" sz="1300" b="0" kern="1200" dirty="0">
            <a:solidFill>
              <a:schemeClr val="bg1"/>
            </a:solidFill>
          </a:endParaRPr>
        </a:p>
      </dsp:txBody>
      <dsp:txXfrm>
        <a:off x="31735" y="2492727"/>
        <a:ext cx="2791137" cy="4443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A674B-A3F9-944C-984B-8FFE49866BAB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29C30-673D-4540-B48D-60D838BE7B0A}">
      <dsp:nvSpPr>
        <dsp:cNvPr id="0" name=""/>
        <dsp:cNvSpPr/>
      </dsp:nvSpPr>
      <dsp:spPr>
        <a:xfrm>
          <a:off x="0" y="0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Cross-modal correspondences are robust</a:t>
          </a:r>
        </a:p>
      </dsp:txBody>
      <dsp:txXfrm>
        <a:off x="0" y="0"/>
        <a:ext cx="5175384" cy="1038026"/>
      </dsp:txXfrm>
    </dsp:sp>
    <dsp:sp modelId="{9DB05254-3A79-5449-89B9-10C9A03E3AEC}">
      <dsp:nvSpPr>
        <dsp:cNvPr id="0" name=""/>
        <dsp:cNvSpPr/>
      </dsp:nvSpPr>
      <dsp:spPr>
        <a:xfrm>
          <a:off x="0" y="1038026"/>
          <a:ext cx="5175384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2CF8C-0644-8744-83BB-D3A172A61ED9}">
      <dsp:nvSpPr>
        <dsp:cNvPr id="0" name=""/>
        <dsp:cNvSpPr/>
      </dsp:nvSpPr>
      <dsp:spPr>
        <a:xfrm>
          <a:off x="0" y="1038026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Multiple processing levels </a:t>
          </a:r>
          <a:r>
            <a:rPr lang="en" sz="2900" kern="1200" dirty="0"/>
            <a:t>are involved</a:t>
          </a:r>
          <a:endParaRPr lang="en-US" sz="2900" kern="1200" dirty="0"/>
        </a:p>
      </dsp:txBody>
      <dsp:txXfrm>
        <a:off x="0" y="1038026"/>
        <a:ext cx="5175384" cy="1038026"/>
      </dsp:txXfrm>
    </dsp:sp>
    <dsp:sp modelId="{F7F385EF-F52A-5944-BA4B-3AD14AEA5034}">
      <dsp:nvSpPr>
        <dsp:cNvPr id="0" name=""/>
        <dsp:cNvSpPr/>
      </dsp:nvSpPr>
      <dsp:spPr>
        <a:xfrm>
          <a:off x="0" y="2076053"/>
          <a:ext cx="5175384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9DBB5-5A40-3B4B-A2C1-8F52BD42C123}">
      <dsp:nvSpPr>
        <dsp:cNvPr id="0" name=""/>
        <dsp:cNvSpPr/>
      </dsp:nvSpPr>
      <dsp:spPr>
        <a:xfrm>
          <a:off x="0" y="2076053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Potential for new classification system</a:t>
          </a:r>
        </a:p>
      </dsp:txBody>
      <dsp:txXfrm>
        <a:off x="0" y="2076053"/>
        <a:ext cx="5175384" cy="1038026"/>
      </dsp:txXfrm>
    </dsp:sp>
    <dsp:sp modelId="{4B91D02E-4A6B-184B-8DC6-8CE6CE1E4A83}">
      <dsp:nvSpPr>
        <dsp:cNvPr id="0" name=""/>
        <dsp:cNvSpPr/>
      </dsp:nvSpPr>
      <dsp:spPr>
        <a:xfrm>
          <a:off x="0" y="3114079"/>
          <a:ext cx="517538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340F5-2A5E-2547-ABEA-3697E2B0800C}">
      <dsp:nvSpPr>
        <dsp:cNvPr id="0" name=""/>
        <dsp:cNvSpPr/>
      </dsp:nvSpPr>
      <dsp:spPr>
        <a:xfrm>
          <a:off x="0" y="3114079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Bridge between sensory modalities</a:t>
          </a:r>
        </a:p>
      </dsp:txBody>
      <dsp:txXfrm>
        <a:off x="0" y="3114079"/>
        <a:ext cx="5175384" cy="103802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A08B9-9019-7640-B11C-8AED4E3186AB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5B1F8-3632-4443-8119-E36545F91A6C}">
      <dsp:nvSpPr>
        <dsp:cNvPr id="0" name=""/>
        <dsp:cNvSpPr/>
      </dsp:nvSpPr>
      <dsp:spPr>
        <a:xfrm>
          <a:off x="0" y="0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Perfume industry standardization</a:t>
          </a:r>
        </a:p>
      </dsp:txBody>
      <dsp:txXfrm>
        <a:off x="0" y="0"/>
        <a:ext cx="5175384" cy="1038026"/>
      </dsp:txXfrm>
    </dsp:sp>
    <dsp:sp modelId="{E110C38B-1310-6440-8496-5A4A62D282E3}">
      <dsp:nvSpPr>
        <dsp:cNvPr id="0" name=""/>
        <dsp:cNvSpPr/>
      </dsp:nvSpPr>
      <dsp:spPr>
        <a:xfrm>
          <a:off x="0" y="1038026"/>
          <a:ext cx="5175384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F9B5A-39C6-EF4A-B3EE-91DD6A52A50F}">
      <dsp:nvSpPr>
        <dsp:cNvPr id="0" name=""/>
        <dsp:cNvSpPr/>
      </dsp:nvSpPr>
      <dsp:spPr>
        <a:xfrm>
          <a:off x="0" y="1038026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Medical diagnostics</a:t>
          </a:r>
        </a:p>
      </dsp:txBody>
      <dsp:txXfrm>
        <a:off x="0" y="1038026"/>
        <a:ext cx="5175384" cy="1038026"/>
      </dsp:txXfrm>
    </dsp:sp>
    <dsp:sp modelId="{43D219AE-60C8-FD48-B7BB-C4CDB89C0803}">
      <dsp:nvSpPr>
        <dsp:cNvPr id="0" name=""/>
        <dsp:cNvSpPr/>
      </dsp:nvSpPr>
      <dsp:spPr>
        <a:xfrm>
          <a:off x="0" y="2076053"/>
          <a:ext cx="5175384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E341C-241E-A642-A982-EA0E7594E7C0}">
      <dsp:nvSpPr>
        <dsp:cNvPr id="0" name=""/>
        <dsp:cNvSpPr/>
      </dsp:nvSpPr>
      <dsp:spPr>
        <a:xfrm>
          <a:off x="0" y="2076053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Food and beverage industry</a:t>
          </a:r>
        </a:p>
      </dsp:txBody>
      <dsp:txXfrm>
        <a:off x="0" y="2076053"/>
        <a:ext cx="5175384" cy="1038026"/>
      </dsp:txXfrm>
    </dsp:sp>
    <dsp:sp modelId="{ECA0B376-39FD-544C-88B1-19AEB0403982}">
      <dsp:nvSpPr>
        <dsp:cNvPr id="0" name=""/>
        <dsp:cNvSpPr/>
      </dsp:nvSpPr>
      <dsp:spPr>
        <a:xfrm>
          <a:off x="0" y="3114079"/>
          <a:ext cx="517538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55E17-BA29-4546-B612-1A8055BD5E93}">
      <dsp:nvSpPr>
        <dsp:cNvPr id="0" name=""/>
        <dsp:cNvSpPr/>
      </dsp:nvSpPr>
      <dsp:spPr>
        <a:xfrm>
          <a:off x="0" y="3114079"/>
          <a:ext cx="5175384" cy="103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Environmental monitoring</a:t>
          </a:r>
        </a:p>
      </dsp:txBody>
      <dsp:txXfrm>
        <a:off x="0" y="3114079"/>
        <a:ext cx="5175384" cy="1038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487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1CB3-B3BA-4154-52ED-E9E99954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F2418-2F78-2D4F-DB88-0F142141E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E6747-9841-4FC5-5889-FD3C74350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A73FD-B32C-4FDA-4E2F-1D9519A4E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29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6D4E-BB4C-9EB5-E78B-FF640DCA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63AA1-AEE6-B534-31BB-2C83A6838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F111F-18B3-28BA-CEBD-759AB9613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411EC-6E75-19BF-11E8-E73D7C1B6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37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4617F-650E-E26D-1761-573B6823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9BA5E-8A6F-95F8-3E2F-2337A042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CDEB3-8117-DC6D-10E1-704E95586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6FCE8-0138-8CBA-95F6-C329B6005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72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6F859-8897-FAFF-E554-10FC9F57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2AA09-ABEF-5A9D-683A-DBCA3432F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6181D-45AE-9C7D-39BF-D629FF619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6A73D-248A-E516-4A6C-BC60CAE50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5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rtl="0" eaLnBrk="1" fontAlgn="b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Everage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Eugenol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2.72</a:t>
            </a:r>
          </a:p>
          <a:p>
            <a:pPr rtl="0" eaLnBrk="1" fontAlgn="b" latinLnBrk="0" hangingPunct="1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Cirtonelly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2.01</a:t>
            </a:r>
          </a:p>
          <a:p>
            <a:pPr rtl="0" eaLnBrk="1" fontAlgn="b" latinLnBrk="0" hangingPunct="1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Linolool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2.53</a:t>
            </a: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Indole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3.27</a:t>
            </a:r>
          </a:p>
          <a:p>
            <a:pPr rtl="0" eaLnBrk="1" fontAlgn="b" latinLnBrk="0" hangingPunct="1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Galaxolide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2.15</a:t>
            </a: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2.90</a:t>
            </a:r>
          </a:p>
          <a:p>
            <a:pPr rtl="0" eaLnBrk="1" fontAlgn="b" latinLnBrk="0" hangingPunct="1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Gallbascone</a:t>
            </a:r>
            <a:endParaRPr lang="he-I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he-I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2.72</a:t>
            </a:r>
          </a:p>
          <a:p>
            <a:pPr marL="0" algn="l" defTabSz="914400" rtl="0" eaLnBrk="1" latinLnBrk="0" hangingPunct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0448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1638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b="1" dirty="0">
                <a:solidFill>
                  <a:srgbClr val="000000"/>
                </a:solidFill>
              </a:rPr>
              <a:t>Understanding </a:t>
            </a:r>
            <a:r>
              <a:rPr lang="en-US" sz="4400" b="1" dirty="0"/>
              <a:t>Odor-Pitch Correspondence 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91526" y="-78376"/>
            <a:ext cx="3040056" cy="4732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100" b="1" dirty="0">
                <a:solidFill>
                  <a:schemeClr val="tx1"/>
                </a:solidFill>
              </a:rPr>
              <a:t>Introduction-</a:t>
            </a: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Historical Background - Attempts to Map Odors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07987" y="2444036"/>
            <a:ext cx="3360420" cy="13716"/>
          </a:xfrm>
          <a:custGeom>
            <a:avLst/>
            <a:gdLst>
              <a:gd name="csX0" fmla="*/ 0 w 3360420"/>
              <a:gd name="csY0" fmla="*/ 0 h 13716"/>
              <a:gd name="csX1" fmla="*/ 638480 w 3360420"/>
              <a:gd name="csY1" fmla="*/ 0 h 13716"/>
              <a:gd name="csX2" fmla="*/ 1310564 w 3360420"/>
              <a:gd name="csY2" fmla="*/ 0 h 13716"/>
              <a:gd name="csX3" fmla="*/ 2016252 w 3360420"/>
              <a:gd name="csY3" fmla="*/ 0 h 13716"/>
              <a:gd name="csX4" fmla="*/ 2721940 w 3360420"/>
              <a:gd name="csY4" fmla="*/ 0 h 13716"/>
              <a:gd name="csX5" fmla="*/ 3360420 w 3360420"/>
              <a:gd name="csY5" fmla="*/ 0 h 13716"/>
              <a:gd name="csX6" fmla="*/ 3360420 w 3360420"/>
              <a:gd name="csY6" fmla="*/ 13716 h 13716"/>
              <a:gd name="csX7" fmla="*/ 2621128 w 3360420"/>
              <a:gd name="csY7" fmla="*/ 13716 h 13716"/>
              <a:gd name="csX8" fmla="*/ 1881835 w 3360420"/>
              <a:gd name="csY8" fmla="*/ 13716 h 13716"/>
              <a:gd name="csX9" fmla="*/ 1209751 w 3360420"/>
              <a:gd name="csY9" fmla="*/ 13716 h 13716"/>
              <a:gd name="csX10" fmla="*/ 0 w 3360420"/>
              <a:gd name="csY10" fmla="*/ 13716 h 13716"/>
              <a:gd name="csX11" fmla="*/ 0 w 3360420"/>
              <a:gd name="csY11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60420" h="13716" fill="none" extrusionOk="0">
                <a:moveTo>
                  <a:pt x="0" y="0"/>
                </a:moveTo>
                <a:cubicBezTo>
                  <a:pt x="173390" y="25775"/>
                  <a:pt x="488191" y="-28129"/>
                  <a:pt x="638480" y="0"/>
                </a:cubicBezTo>
                <a:cubicBezTo>
                  <a:pt x="788769" y="28129"/>
                  <a:pt x="1174965" y="-28957"/>
                  <a:pt x="1310564" y="0"/>
                </a:cubicBezTo>
                <a:cubicBezTo>
                  <a:pt x="1446163" y="28957"/>
                  <a:pt x="1725466" y="-34787"/>
                  <a:pt x="2016252" y="0"/>
                </a:cubicBezTo>
                <a:cubicBezTo>
                  <a:pt x="2307038" y="34787"/>
                  <a:pt x="2437945" y="-15142"/>
                  <a:pt x="2721940" y="0"/>
                </a:cubicBezTo>
                <a:cubicBezTo>
                  <a:pt x="3005935" y="15142"/>
                  <a:pt x="3141795" y="-10480"/>
                  <a:pt x="3360420" y="0"/>
                </a:cubicBezTo>
                <a:cubicBezTo>
                  <a:pt x="3359940" y="2989"/>
                  <a:pt x="3359779" y="10166"/>
                  <a:pt x="3360420" y="13716"/>
                </a:cubicBezTo>
                <a:cubicBezTo>
                  <a:pt x="3047302" y="-18841"/>
                  <a:pt x="2960325" y="10240"/>
                  <a:pt x="2621128" y="13716"/>
                </a:cubicBezTo>
                <a:cubicBezTo>
                  <a:pt x="2281931" y="17192"/>
                  <a:pt x="2176842" y="26844"/>
                  <a:pt x="1881835" y="13716"/>
                </a:cubicBezTo>
                <a:cubicBezTo>
                  <a:pt x="1586828" y="588"/>
                  <a:pt x="1449984" y="-8996"/>
                  <a:pt x="1209751" y="13716"/>
                </a:cubicBezTo>
                <a:cubicBezTo>
                  <a:pt x="969518" y="36428"/>
                  <a:pt x="318488" y="55902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360420" h="13716" stroke="0" extrusionOk="0">
                <a:moveTo>
                  <a:pt x="0" y="0"/>
                </a:moveTo>
                <a:cubicBezTo>
                  <a:pt x="152211" y="-10113"/>
                  <a:pt x="493092" y="-25529"/>
                  <a:pt x="638480" y="0"/>
                </a:cubicBezTo>
                <a:cubicBezTo>
                  <a:pt x="783868" y="25529"/>
                  <a:pt x="1051824" y="-19092"/>
                  <a:pt x="1209751" y="0"/>
                </a:cubicBezTo>
                <a:cubicBezTo>
                  <a:pt x="1367678" y="19092"/>
                  <a:pt x="1729599" y="16071"/>
                  <a:pt x="1949044" y="0"/>
                </a:cubicBezTo>
                <a:cubicBezTo>
                  <a:pt x="2168489" y="-16071"/>
                  <a:pt x="2323758" y="-4710"/>
                  <a:pt x="2587523" y="0"/>
                </a:cubicBezTo>
                <a:cubicBezTo>
                  <a:pt x="2851288" y="4710"/>
                  <a:pt x="3195571" y="-8175"/>
                  <a:pt x="3360420" y="0"/>
                </a:cubicBezTo>
                <a:cubicBezTo>
                  <a:pt x="3359928" y="2764"/>
                  <a:pt x="3360118" y="8747"/>
                  <a:pt x="3360420" y="13716"/>
                </a:cubicBezTo>
                <a:cubicBezTo>
                  <a:pt x="3025528" y="-15604"/>
                  <a:pt x="2845368" y="35037"/>
                  <a:pt x="2688336" y="13716"/>
                </a:cubicBezTo>
                <a:cubicBezTo>
                  <a:pt x="2531304" y="-7605"/>
                  <a:pt x="2279760" y="-9642"/>
                  <a:pt x="1949044" y="13716"/>
                </a:cubicBezTo>
                <a:cubicBezTo>
                  <a:pt x="1618328" y="37074"/>
                  <a:pt x="1624903" y="7505"/>
                  <a:pt x="1377772" y="13716"/>
                </a:cubicBezTo>
                <a:cubicBezTo>
                  <a:pt x="1130641" y="19927"/>
                  <a:pt x="973925" y="-19083"/>
                  <a:pt x="705688" y="13716"/>
                </a:cubicBezTo>
                <a:cubicBezTo>
                  <a:pt x="437451" y="46515"/>
                  <a:pt x="236989" y="-13738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844813" y="414068"/>
            <a:ext cx="4668251" cy="407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5th century BC: Plato noted "varieties of smell have no name”</a:t>
            </a:r>
            <a:br>
              <a:rPr lang="en-US" sz="1700" dirty="0">
                <a:solidFill>
                  <a:schemeClr val="tx1"/>
                </a:solidFill>
              </a:rPr>
            </a:b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1895: </a:t>
            </a:r>
            <a:r>
              <a:rPr lang="en-US" sz="1700" dirty="0" err="1">
                <a:solidFill>
                  <a:schemeClr val="tx1"/>
                </a:solidFill>
              </a:rPr>
              <a:t>Zwaardemaker's</a:t>
            </a:r>
            <a:r>
              <a:rPr lang="en-US" sz="1700" dirty="0">
                <a:solidFill>
                  <a:schemeClr val="tx1"/>
                </a:solidFill>
              </a:rPr>
              <a:t> olfactometer - first quantitative measurement</a:t>
            </a:r>
            <a:r>
              <a:rPr lang="he-IL" sz="1700" dirty="0">
                <a:solidFill>
                  <a:schemeClr val="tx1"/>
                </a:solidFill>
              </a:rPr>
              <a:t>.</a:t>
            </a:r>
            <a:br>
              <a:rPr lang="en-US" sz="1700" dirty="0">
                <a:solidFill>
                  <a:schemeClr val="tx1"/>
                </a:solidFill>
              </a:rPr>
            </a:b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1916: Henning's "prism" model with six primary odors - </a:t>
            </a:r>
            <a:r>
              <a:rPr lang="en-US" sz="1700" dirty="0"/>
              <a:t>Floral, Fruity, Resinous, Spicy, Burnt, Putrid.</a:t>
            </a:r>
            <a:br>
              <a:rPr lang="en-US" sz="1600" dirty="0"/>
            </a:br>
            <a:endParaRPr lang="he-IL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" sz="1600" dirty="0"/>
              <a:t> </a:t>
            </a:r>
            <a:r>
              <a:rPr lang="en" sz="1700" dirty="0"/>
              <a:t>1985, 1992: </a:t>
            </a:r>
            <a:r>
              <a:rPr lang="en" sz="1700" dirty="0" err="1"/>
              <a:t>Dravnieks</a:t>
            </a:r>
            <a:r>
              <a:rPr lang="en" sz="1700" dirty="0"/>
              <a:t> </a:t>
            </a:r>
            <a:r>
              <a:rPr lang="en-US" sz="1700" dirty="0"/>
              <a:t>created the</a:t>
            </a:r>
            <a:r>
              <a:rPr lang="en" sz="1700" dirty="0"/>
              <a:t> first large-scale empirical ‘odor map,’ based on standardized professional ratings of 146 odor descriptors and 144 odors.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Limited success in creating comprehensive odor classification systems</a:t>
            </a:r>
            <a:r>
              <a:rPr lang="he-IL" sz="1700" dirty="0">
                <a:solidFill>
                  <a:schemeClr val="tx1"/>
                </a:solidFill>
              </a:rPr>
              <a:t>.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114300">
              <a:lnSpc>
                <a:spcPct val="90000"/>
              </a:lnSpc>
              <a:buSzPct val="100000"/>
            </a:pPr>
            <a:r>
              <a:rPr lang="en" sz="1600" dirty="0" err="1"/>
              <a:t>Dravnieks</a:t>
            </a:r>
            <a:r>
              <a:rPr lang="en" sz="1600" dirty="0"/>
              <a:t> (1985,1992); 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Henning (1916); Marks (1978); </a:t>
            </a:r>
            <a:r>
              <a:rPr lang="en" sz="16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Zwaardemaker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(1895)</a:t>
            </a:r>
            <a:endParaRPr lang="en-US" sz="17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Early Models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2B3C2E4C-EB61-2F0C-7C1C-2D34611CFC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1885003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Modern Understanding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ext 0">
            <a:extLst>
              <a:ext uri="{FF2B5EF4-FFF2-40B4-BE49-F238E27FC236}">
                <a16:creationId xmlns:a16="http://schemas.microsoft.com/office/drawing/2014/main" id="{9EC76CA1-A46C-6525-8B34-E87849DF64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5681327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00745-DC44-F2CA-BF00-46E512965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E31DD2E-D4D8-7EDF-7399-FF8E0E2A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13FAC6-04BD-4C11-CD0A-5244199281B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29369" y="178904"/>
            <a:ext cx="8263890" cy="1075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dirty="0">
                <a:solidFill>
                  <a:schemeClr val="tx1"/>
                </a:solidFill>
              </a:rPr>
              <a:t>Introduction - The Semantic Challenge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5F27FCAB-7F76-7133-545F-68D3FB2DD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261158"/>
            <a:ext cx="8229600" cy="13716"/>
          </a:xfrm>
          <a:custGeom>
            <a:avLst/>
            <a:gdLst>
              <a:gd name="csX0" fmla="*/ 0 w 8229600"/>
              <a:gd name="csY0" fmla="*/ 0 h 13716"/>
              <a:gd name="csX1" fmla="*/ 521208 w 8229600"/>
              <a:gd name="csY1" fmla="*/ 0 h 13716"/>
              <a:gd name="csX2" fmla="*/ 1371600 w 8229600"/>
              <a:gd name="csY2" fmla="*/ 0 h 13716"/>
              <a:gd name="csX3" fmla="*/ 2221992 w 8229600"/>
              <a:gd name="csY3" fmla="*/ 0 h 13716"/>
              <a:gd name="csX4" fmla="*/ 3072384 w 8229600"/>
              <a:gd name="csY4" fmla="*/ 0 h 13716"/>
              <a:gd name="csX5" fmla="*/ 3511296 w 8229600"/>
              <a:gd name="csY5" fmla="*/ 0 h 13716"/>
              <a:gd name="csX6" fmla="*/ 4114800 w 8229600"/>
              <a:gd name="csY6" fmla="*/ 0 h 13716"/>
              <a:gd name="csX7" fmla="*/ 4553712 w 8229600"/>
              <a:gd name="csY7" fmla="*/ 0 h 13716"/>
              <a:gd name="csX8" fmla="*/ 5239512 w 8229600"/>
              <a:gd name="csY8" fmla="*/ 0 h 13716"/>
              <a:gd name="csX9" fmla="*/ 5843016 w 8229600"/>
              <a:gd name="csY9" fmla="*/ 0 h 13716"/>
              <a:gd name="csX10" fmla="*/ 6611112 w 8229600"/>
              <a:gd name="csY10" fmla="*/ 0 h 13716"/>
              <a:gd name="csX11" fmla="*/ 7461504 w 8229600"/>
              <a:gd name="csY11" fmla="*/ 0 h 13716"/>
              <a:gd name="csX12" fmla="*/ 8229600 w 8229600"/>
              <a:gd name="csY12" fmla="*/ 0 h 13716"/>
              <a:gd name="csX13" fmla="*/ 8229600 w 8229600"/>
              <a:gd name="csY13" fmla="*/ 13716 h 13716"/>
              <a:gd name="csX14" fmla="*/ 7461504 w 8229600"/>
              <a:gd name="csY14" fmla="*/ 13716 h 13716"/>
              <a:gd name="csX15" fmla="*/ 6940296 w 8229600"/>
              <a:gd name="csY15" fmla="*/ 13716 h 13716"/>
              <a:gd name="csX16" fmla="*/ 6419088 w 8229600"/>
              <a:gd name="csY16" fmla="*/ 13716 h 13716"/>
              <a:gd name="csX17" fmla="*/ 5650992 w 8229600"/>
              <a:gd name="csY17" fmla="*/ 13716 h 13716"/>
              <a:gd name="csX18" fmla="*/ 5129784 w 8229600"/>
              <a:gd name="csY18" fmla="*/ 13716 h 13716"/>
              <a:gd name="csX19" fmla="*/ 4690872 w 8229600"/>
              <a:gd name="csY19" fmla="*/ 13716 h 13716"/>
              <a:gd name="csX20" fmla="*/ 4087368 w 8229600"/>
              <a:gd name="csY20" fmla="*/ 13716 h 13716"/>
              <a:gd name="csX21" fmla="*/ 3401568 w 8229600"/>
              <a:gd name="csY21" fmla="*/ 13716 h 13716"/>
              <a:gd name="csX22" fmla="*/ 2798064 w 8229600"/>
              <a:gd name="csY22" fmla="*/ 13716 h 13716"/>
              <a:gd name="csX23" fmla="*/ 2276856 w 8229600"/>
              <a:gd name="csY23" fmla="*/ 13716 h 13716"/>
              <a:gd name="csX24" fmla="*/ 1426464 w 8229600"/>
              <a:gd name="csY24" fmla="*/ 13716 h 13716"/>
              <a:gd name="csX25" fmla="*/ 740664 w 8229600"/>
              <a:gd name="csY25" fmla="*/ 13716 h 13716"/>
              <a:gd name="csX26" fmla="*/ 0 w 8229600"/>
              <a:gd name="csY26" fmla="*/ 13716 h 13716"/>
              <a:gd name="csX27" fmla="*/ 0 w 8229600"/>
              <a:gd name="csY27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3716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9169" y="6566"/>
                  <a:pt x="8229218" y="9895"/>
                  <a:pt x="8229600" y="13716"/>
                </a:cubicBezTo>
                <a:cubicBezTo>
                  <a:pt x="7940706" y="-13865"/>
                  <a:pt x="7792584" y="-20581"/>
                  <a:pt x="7461504" y="13716"/>
                </a:cubicBezTo>
                <a:cubicBezTo>
                  <a:pt x="7130424" y="48013"/>
                  <a:pt x="7080072" y="39273"/>
                  <a:pt x="6940296" y="13716"/>
                </a:cubicBezTo>
                <a:cubicBezTo>
                  <a:pt x="6800520" y="-11841"/>
                  <a:pt x="6672872" y="22099"/>
                  <a:pt x="6419088" y="13716"/>
                </a:cubicBezTo>
                <a:cubicBezTo>
                  <a:pt x="6165304" y="5333"/>
                  <a:pt x="5869721" y="415"/>
                  <a:pt x="5650992" y="13716"/>
                </a:cubicBezTo>
                <a:cubicBezTo>
                  <a:pt x="5432263" y="27017"/>
                  <a:pt x="5308310" y="-1549"/>
                  <a:pt x="5129784" y="13716"/>
                </a:cubicBezTo>
                <a:cubicBezTo>
                  <a:pt x="4951258" y="28981"/>
                  <a:pt x="4799696" y="10785"/>
                  <a:pt x="4690872" y="13716"/>
                </a:cubicBezTo>
                <a:cubicBezTo>
                  <a:pt x="4582048" y="16647"/>
                  <a:pt x="4311124" y="-12408"/>
                  <a:pt x="4087368" y="13716"/>
                </a:cubicBezTo>
                <a:cubicBezTo>
                  <a:pt x="3863612" y="39840"/>
                  <a:pt x="3730288" y="8802"/>
                  <a:pt x="3401568" y="13716"/>
                </a:cubicBezTo>
                <a:cubicBezTo>
                  <a:pt x="3072848" y="18630"/>
                  <a:pt x="3020684" y="27853"/>
                  <a:pt x="2798064" y="13716"/>
                </a:cubicBezTo>
                <a:cubicBezTo>
                  <a:pt x="2575444" y="-421"/>
                  <a:pt x="2440915" y="-11924"/>
                  <a:pt x="2276856" y="13716"/>
                </a:cubicBezTo>
                <a:cubicBezTo>
                  <a:pt x="2112797" y="39356"/>
                  <a:pt x="1726502" y="-14132"/>
                  <a:pt x="1426464" y="13716"/>
                </a:cubicBezTo>
                <a:cubicBezTo>
                  <a:pt x="1126426" y="41564"/>
                  <a:pt x="992925" y="16444"/>
                  <a:pt x="740664" y="13716"/>
                </a:cubicBezTo>
                <a:cubicBezTo>
                  <a:pt x="488403" y="10988"/>
                  <a:pt x="195650" y="-20633"/>
                  <a:pt x="0" y="13716"/>
                </a:cubicBezTo>
                <a:cubicBezTo>
                  <a:pt x="120" y="8944"/>
                  <a:pt x="-32" y="6034"/>
                  <a:pt x="0" y="0"/>
                </a:cubicBezTo>
                <a:close/>
              </a:path>
              <a:path w="8229600" h="13716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29365" y="6754"/>
                  <a:pt x="8229865" y="9234"/>
                  <a:pt x="8229600" y="13716"/>
                </a:cubicBezTo>
                <a:cubicBezTo>
                  <a:pt x="8075287" y="30482"/>
                  <a:pt x="7821366" y="17278"/>
                  <a:pt x="7626096" y="13716"/>
                </a:cubicBezTo>
                <a:cubicBezTo>
                  <a:pt x="7430826" y="10154"/>
                  <a:pt x="7320004" y="-14241"/>
                  <a:pt x="7022592" y="13716"/>
                </a:cubicBezTo>
                <a:cubicBezTo>
                  <a:pt x="6725180" y="41673"/>
                  <a:pt x="6348804" y="-18597"/>
                  <a:pt x="6172200" y="13716"/>
                </a:cubicBezTo>
                <a:cubicBezTo>
                  <a:pt x="5995596" y="46029"/>
                  <a:pt x="5788102" y="18318"/>
                  <a:pt x="5650992" y="13716"/>
                </a:cubicBezTo>
                <a:cubicBezTo>
                  <a:pt x="5513882" y="9114"/>
                  <a:pt x="5198399" y="24549"/>
                  <a:pt x="4882896" y="13716"/>
                </a:cubicBezTo>
                <a:cubicBezTo>
                  <a:pt x="4567393" y="2883"/>
                  <a:pt x="4557008" y="22393"/>
                  <a:pt x="4443984" y="13716"/>
                </a:cubicBezTo>
                <a:cubicBezTo>
                  <a:pt x="4330960" y="5039"/>
                  <a:pt x="4061674" y="24319"/>
                  <a:pt x="3758184" y="13716"/>
                </a:cubicBezTo>
                <a:cubicBezTo>
                  <a:pt x="3454694" y="3113"/>
                  <a:pt x="3380392" y="14547"/>
                  <a:pt x="3236976" y="13716"/>
                </a:cubicBezTo>
                <a:cubicBezTo>
                  <a:pt x="3093560" y="12885"/>
                  <a:pt x="2632116" y="33035"/>
                  <a:pt x="2386584" y="13716"/>
                </a:cubicBezTo>
                <a:cubicBezTo>
                  <a:pt x="2141052" y="-5603"/>
                  <a:pt x="2110884" y="24205"/>
                  <a:pt x="1947672" y="13716"/>
                </a:cubicBezTo>
                <a:cubicBezTo>
                  <a:pt x="1784460" y="3227"/>
                  <a:pt x="1535467" y="-4111"/>
                  <a:pt x="1261872" y="13716"/>
                </a:cubicBezTo>
                <a:cubicBezTo>
                  <a:pt x="988277" y="31543"/>
                  <a:pt x="1021096" y="5803"/>
                  <a:pt x="822960" y="13716"/>
                </a:cubicBezTo>
                <a:cubicBezTo>
                  <a:pt x="624824" y="21629"/>
                  <a:pt x="298309" y="-3289"/>
                  <a:pt x="0" y="13716"/>
                </a:cubicBezTo>
                <a:cubicBezTo>
                  <a:pt x="52" y="10594"/>
                  <a:pt x="386" y="5364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238E54B-77C6-0B1F-8C4F-16F3DD431BBC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429369" y="1553487"/>
            <a:ext cx="5035164" cy="308937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Humans struggle with identifying and verbalizing odors, even familiar ones (identification rates &lt;35%)</a:t>
            </a:r>
            <a:endParaRPr lang="he-IL" sz="1700" b="0" i="0" u="none" strike="noStrike" dirty="0">
              <a:solidFill>
                <a:schemeClr val="tx1"/>
              </a:solidFill>
              <a:effectLst/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he-IL" sz="1700" b="0" i="0" u="none" strike="noStrike" dirty="0">
              <a:solidFill>
                <a:schemeClr val="tx1"/>
              </a:solidFill>
              <a:effectLst/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This issue is exemplified by the "tip-of-the-nose" phenomenon, where a familiar odor is recognized but cannot be named.</a:t>
            </a:r>
            <a:br>
              <a:rPr lang="en-US" sz="1700" dirty="0">
                <a:solidFill>
                  <a:schemeClr val="tx1"/>
                </a:solidFill>
              </a:rPr>
            </a:br>
            <a:endParaRPr lang="he-IL" sz="1700" dirty="0">
              <a:solidFill>
                <a:schemeClr val="tx1"/>
              </a:solidFill>
            </a:endParaRP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For instance, people often identify cinnamon as familiar yet fail to name it without visual or contextual clues.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114300">
              <a:lnSpc>
                <a:spcPct val="90000"/>
              </a:lnSpc>
              <a:buSzPct val="100000"/>
            </a:pPr>
            <a:r>
              <a:rPr lang="en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Algom &amp; Cain (1991); Spence (2020); Zellner (2013); Zellner et al. (1991)</a:t>
            </a:r>
            <a:endParaRPr lang="en-US" sz="1700" dirty="0">
              <a:solidFill>
                <a:schemeClr val="tx1"/>
              </a:solidFill>
            </a:endParaRPr>
          </a:p>
        </p:txBody>
      </p:sp>
      <p:pic>
        <p:nvPicPr>
          <p:cNvPr id="15" name="Picture 4" descr="שcarved באיורים צבעוניים של אדם">
            <a:extLst>
              <a:ext uri="{FF2B5EF4-FFF2-40B4-BE49-F238E27FC236}">
                <a16:creationId xmlns:a16="http://schemas.microsoft.com/office/drawing/2014/main" id="{54277B15-A1A6-226C-5AF5-05A1458D15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51" r="15601" b="-3"/>
          <a:stretch/>
        </p:blipFill>
        <p:spPr>
          <a:xfrm>
            <a:off x="5756743" y="1570482"/>
            <a:ext cx="2955798" cy="307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</a:rPr>
              <a:t>Introduction - 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Measurement Challenge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4F4BE632-49C3-5A12-CC6E-D93DFDF17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591055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9B05-C76C-E72C-4060-9D6B267A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5">
            <a:extLst>
              <a:ext uri="{FF2B5EF4-FFF2-40B4-BE49-F238E27FC236}">
                <a16:creationId xmlns:a16="http://schemas.microsoft.com/office/drawing/2014/main" id="{21A855D7-5F18-3F51-FA61-BCF2EA26E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FFF1197-9DF5-3F21-1597-94581DAC332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Cross-Modal Correspondences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19427093-AA3D-354B-99E6-1A85536EB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6EE2D2A-E7AA-7204-260B-307D49A5AF2B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628650" y="1447038"/>
            <a:ext cx="7886700" cy="318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Systematic relationships between different senses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Examples: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/>
              <a:t>Brightness and loudness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/>
              <a:t>Pitch and physical size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/>
              <a:t>Color and temperature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Potential solution for odor classification.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marL="114300">
              <a:lnSpc>
                <a:spcPct val="90000"/>
              </a:lnSpc>
              <a:buSzPct val="100000"/>
            </a:pPr>
            <a:r>
              <a:rPr lang="en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Marks (1983); Melara (1989); Stevens (1975)</a:t>
            </a: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70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589A4-B82C-F63D-63C7-9CAA6337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5">
            <a:extLst>
              <a:ext uri="{FF2B5EF4-FFF2-40B4-BE49-F238E27FC236}">
                <a16:creationId xmlns:a16="http://schemas.microsoft.com/office/drawing/2014/main" id="{2223D0DA-5A80-8CA6-651D-77F43A41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56DCACC-BAAF-988C-D5F5-EFAF1CE9DB2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Research Focus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B50F015-E446-3CF1-5221-484357D36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F73D0CD-E136-E0ED-8DB1-DAABC560FAE6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628650" y="1447038"/>
            <a:ext cx="7886700" cy="318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  <p:graphicFrame>
        <p:nvGraphicFramePr>
          <p:cNvPr id="4" name="Text 0">
            <a:extLst>
              <a:ext uri="{FF2B5EF4-FFF2-40B4-BE49-F238E27FC236}">
                <a16:creationId xmlns:a16="http://schemas.microsoft.com/office/drawing/2014/main" id="{E1B9FE0A-52DE-A8E5-BFCD-2325F38EBD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49487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90F53D4-59E6-9274-5012-0D01F9441D92}"/>
              </a:ext>
            </a:extLst>
          </p:cNvPr>
          <p:cNvSpPr txBox="1"/>
          <p:nvPr/>
        </p:nvSpPr>
        <p:spPr>
          <a:xfrm>
            <a:off x="2205676" y="1405412"/>
            <a:ext cx="36965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2400" dirty="0"/>
              <a:t>A</a:t>
            </a:r>
            <a:endParaRPr lang="he-IL" sz="24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8411636-CA00-1145-3E9D-E0CCA1A1A7C4}"/>
              </a:ext>
            </a:extLst>
          </p:cNvPr>
          <p:cNvSpPr txBox="1"/>
          <p:nvPr/>
        </p:nvSpPr>
        <p:spPr>
          <a:xfrm>
            <a:off x="6471396" y="1359319"/>
            <a:ext cx="466928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B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1011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38A1-F1DE-1347-B545-48FFC4FA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03131C-92BF-C6C4-E3A1-C0EFDE29CA6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73202" y="377190"/>
            <a:ext cx="2564892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A1-Experiment Design</a:t>
            </a:r>
            <a:r>
              <a:rPr lang="he-IL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Stimuli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819E7CF-391E-A215-558B-2B46C825E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381" y="3130509"/>
            <a:ext cx="5033237" cy="1635801"/>
          </a:xfrm>
          <a:prstGeom prst="rect">
            <a:avLst/>
          </a:prstGeom>
        </p:spPr>
      </p:pic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6B7C7583-4C22-8134-FF2E-FF86A9E73D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736271"/>
              </p:ext>
            </p:extLst>
          </p:nvPr>
        </p:nvGraphicFramePr>
        <p:xfrm>
          <a:off x="1849387" y="406037"/>
          <a:ext cx="5445224" cy="2614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406611F-69BA-D8B2-C7FB-4DBDA2B14F47}"/>
              </a:ext>
            </a:extLst>
          </p:cNvPr>
          <p:cNvSpPr txBox="1"/>
          <p:nvPr/>
        </p:nvSpPr>
        <p:spPr>
          <a:xfrm>
            <a:off x="787081" y="4766310"/>
            <a:ext cx="193713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Belkin et al. (1997)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35071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434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9674" y="1994553"/>
            <a:ext cx="3266696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תמונה 4" descr="תמונה שמכילה בתוך מבנה, אדם, קיר, מחשב אישי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2CB6E53E-006D-F6C8-E5E1-45DBE398D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83"/>
          <a:stretch/>
        </p:blipFill>
        <p:spPr>
          <a:xfrm>
            <a:off x="3028949" y="10"/>
            <a:ext cx="6120019" cy="5156854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0EAED0-66B1-BCA1-FB15-9AFB1FEA6B49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00854" y="2212790"/>
            <a:ext cx="2289220" cy="26485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000" b="1" dirty="0">
                <a:solidFill>
                  <a:srgbClr val="FFFFFF"/>
                </a:solidFill>
              </a:rPr>
              <a:t>Illustration By ChatGPT</a:t>
            </a:r>
          </a:p>
        </p:txBody>
      </p:sp>
    </p:spTree>
    <p:extLst>
      <p:ext uri="{BB962C8B-B14F-4D97-AF65-F5344CB8AC3E}">
        <p14:creationId xmlns:p14="http://schemas.microsoft.com/office/powerpoint/2010/main" val="262035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6030" y="307199"/>
            <a:ext cx="5170932" cy="1337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dirty="0">
                <a:solidFill>
                  <a:schemeClr val="tx1"/>
                </a:solidFill>
              </a:rPr>
              <a:t>Experiment A1 - Experts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1796796"/>
            <a:ext cx="3182691" cy="13716"/>
          </a:xfrm>
          <a:custGeom>
            <a:avLst/>
            <a:gdLst>
              <a:gd name="csX0" fmla="*/ 0 w 3182691"/>
              <a:gd name="csY0" fmla="*/ 0 h 13716"/>
              <a:gd name="csX1" fmla="*/ 636538 w 3182691"/>
              <a:gd name="csY1" fmla="*/ 0 h 13716"/>
              <a:gd name="csX2" fmla="*/ 1273076 w 3182691"/>
              <a:gd name="csY2" fmla="*/ 0 h 13716"/>
              <a:gd name="csX3" fmla="*/ 1909615 w 3182691"/>
              <a:gd name="csY3" fmla="*/ 0 h 13716"/>
              <a:gd name="csX4" fmla="*/ 2482499 w 3182691"/>
              <a:gd name="csY4" fmla="*/ 0 h 13716"/>
              <a:gd name="csX5" fmla="*/ 3182691 w 3182691"/>
              <a:gd name="csY5" fmla="*/ 0 h 13716"/>
              <a:gd name="csX6" fmla="*/ 3182691 w 3182691"/>
              <a:gd name="csY6" fmla="*/ 13716 h 13716"/>
              <a:gd name="csX7" fmla="*/ 2609807 w 3182691"/>
              <a:gd name="csY7" fmla="*/ 13716 h 13716"/>
              <a:gd name="csX8" fmla="*/ 2068749 w 3182691"/>
              <a:gd name="csY8" fmla="*/ 13716 h 13716"/>
              <a:gd name="csX9" fmla="*/ 1432211 w 3182691"/>
              <a:gd name="csY9" fmla="*/ 13716 h 13716"/>
              <a:gd name="csX10" fmla="*/ 859327 w 3182691"/>
              <a:gd name="csY10" fmla="*/ 13716 h 13716"/>
              <a:gd name="csX11" fmla="*/ 0 w 3182691"/>
              <a:gd name="csY11" fmla="*/ 13716 h 13716"/>
              <a:gd name="csX12" fmla="*/ 0 w 3182691"/>
              <a:gd name="csY12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3716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2905" y="4075"/>
                  <a:pt x="3183007" y="9784"/>
                  <a:pt x="3182691" y="13716"/>
                </a:cubicBezTo>
                <a:cubicBezTo>
                  <a:pt x="2947041" y="12115"/>
                  <a:pt x="2875741" y="18365"/>
                  <a:pt x="2609807" y="13716"/>
                </a:cubicBezTo>
                <a:cubicBezTo>
                  <a:pt x="2343873" y="9067"/>
                  <a:pt x="2331203" y="27157"/>
                  <a:pt x="2068749" y="13716"/>
                </a:cubicBezTo>
                <a:cubicBezTo>
                  <a:pt x="1806295" y="275"/>
                  <a:pt x="1713773" y="42516"/>
                  <a:pt x="1432211" y="13716"/>
                </a:cubicBezTo>
                <a:cubicBezTo>
                  <a:pt x="1150649" y="-15084"/>
                  <a:pt x="982765" y="-825"/>
                  <a:pt x="859327" y="13716"/>
                </a:cubicBezTo>
                <a:cubicBezTo>
                  <a:pt x="735889" y="28257"/>
                  <a:pt x="254183" y="30659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182691" h="13716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2125" y="5320"/>
                  <a:pt x="3182367" y="9001"/>
                  <a:pt x="3182691" y="13716"/>
                </a:cubicBezTo>
                <a:cubicBezTo>
                  <a:pt x="3026064" y="-15421"/>
                  <a:pt x="2775005" y="18495"/>
                  <a:pt x="2546153" y="13716"/>
                </a:cubicBezTo>
                <a:cubicBezTo>
                  <a:pt x="2317301" y="8937"/>
                  <a:pt x="2164351" y="-14456"/>
                  <a:pt x="1845961" y="13716"/>
                </a:cubicBezTo>
                <a:cubicBezTo>
                  <a:pt x="1527571" y="41888"/>
                  <a:pt x="1455006" y="1252"/>
                  <a:pt x="1304903" y="13716"/>
                </a:cubicBezTo>
                <a:cubicBezTo>
                  <a:pt x="1154800" y="26180"/>
                  <a:pt x="942107" y="-16628"/>
                  <a:pt x="604711" y="13716"/>
                </a:cubicBezTo>
                <a:cubicBezTo>
                  <a:pt x="267315" y="44060"/>
                  <a:pt x="141927" y="-12967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80060" y="2029968"/>
            <a:ext cx="4362873" cy="2612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Results:</a:t>
            </a:r>
          </a:p>
          <a:p>
            <a:pPr marL="114300">
              <a:lnSpc>
                <a:spcPct val="90000"/>
              </a:lnSpc>
              <a:buSzPct val="100000"/>
            </a:pPr>
            <a:r>
              <a:rPr lang="en-US" sz="1700" dirty="0"/>
              <a:t>Perfumer 1 (20 odors): r = 0.79 correlation. </a:t>
            </a:r>
            <a:br>
              <a:rPr lang="en-US" sz="1700" dirty="0"/>
            </a:br>
            <a:br>
              <a:rPr lang="en" sz="1600" dirty="0"/>
            </a:br>
            <a:endParaRPr lang="en-US" sz="1700" dirty="0"/>
          </a:p>
          <a:p>
            <a:pPr marL="114300">
              <a:lnSpc>
                <a:spcPct val="90000"/>
              </a:lnSpc>
              <a:buSzPct val="100000"/>
            </a:pPr>
            <a:r>
              <a:rPr lang="en-US" sz="1700" dirty="0"/>
              <a:t>Perfumer 2 (45 odors): r = 0.66 correlation</a:t>
            </a:r>
          </a:p>
          <a:p>
            <a:pPr marL="114300">
              <a:lnSpc>
                <a:spcPct val="90000"/>
              </a:lnSpc>
              <a:buSzPct val="100000"/>
            </a:pPr>
            <a:r>
              <a:rPr lang="en-US" sz="1700" dirty="0">
                <a:solidFill>
                  <a:schemeClr val="tx1"/>
                </a:solidFill>
              </a:rPr>
              <a:t>Higher consistency than non-experts</a:t>
            </a:r>
          </a:p>
          <a:p>
            <a:pPr marL="114300">
              <a:lnSpc>
                <a:spcPct val="90000"/>
              </a:lnSpc>
              <a:buSzPct val="100000"/>
            </a:pPr>
            <a:endParaRPr lang="en-US" sz="1700" dirty="0">
              <a:solidFill>
                <a:schemeClr val="tx1"/>
              </a:solidFill>
            </a:endParaRPr>
          </a:p>
        </p:txBody>
      </p:sp>
      <p:pic>
        <p:nvPicPr>
          <p:cNvPr id="4" name="Picture 2" descr="A1_Expert1_sub1_pearson_raw.png">
            <a:extLst>
              <a:ext uri="{FF2B5EF4-FFF2-40B4-BE49-F238E27FC236}">
                <a16:creationId xmlns:a16="http://schemas.microsoft.com/office/drawing/2014/main" id="{EA774F1C-4BD8-F3F0-E952-DDBAD5D5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88"/>
          <a:stretch>
            <a:fillRect/>
          </a:stretch>
        </p:blipFill>
        <p:spPr>
          <a:xfrm>
            <a:off x="4446005" y="72254"/>
            <a:ext cx="4563400" cy="2453828"/>
          </a:xfrm>
          <a:prstGeom prst="rect">
            <a:avLst/>
          </a:prstGeom>
        </p:spPr>
      </p:pic>
      <p:pic>
        <p:nvPicPr>
          <p:cNvPr id="7" name="Picture 2" descr="A1_Expert2_sub2_pearson_raw.png">
            <a:extLst>
              <a:ext uri="{FF2B5EF4-FFF2-40B4-BE49-F238E27FC236}">
                <a16:creationId xmlns:a16="http://schemas.microsoft.com/office/drawing/2014/main" id="{E19F9F53-23CF-5362-CE46-42CF159B9F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28"/>
          <a:stretch>
            <a:fillRect/>
          </a:stretch>
        </p:blipFill>
        <p:spPr>
          <a:xfrm>
            <a:off x="4502113" y="2718811"/>
            <a:ext cx="4639601" cy="2357816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A42225F-F2C6-2080-E9E8-1A764F2EA77E}"/>
              </a:ext>
            </a:extLst>
          </p:cNvPr>
          <p:cNvSpPr txBox="1"/>
          <p:nvPr/>
        </p:nvSpPr>
        <p:spPr>
          <a:xfrm>
            <a:off x="6273053" y="0"/>
            <a:ext cx="1230406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dirty="0"/>
              <a:t>Subject 1</a:t>
            </a:r>
            <a:endParaRPr lang="he-IL" sz="1100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972A176-6156-6CD6-B850-C90A987F01AA}"/>
              </a:ext>
            </a:extLst>
          </p:cNvPr>
          <p:cNvSpPr txBox="1"/>
          <p:nvPr/>
        </p:nvSpPr>
        <p:spPr>
          <a:xfrm>
            <a:off x="6273053" y="2485680"/>
            <a:ext cx="1230406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dirty="0"/>
              <a:t>Subject 2</a:t>
            </a:r>
            <a:endParaRPr lang="he-IL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3202" y="377190"/>
            <a:ext cx="2564892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A2-Experiment 2 Design</a:t>
            </a:r>
            <a:r>
              <a:rPr lang="he-IL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Stimuli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674619" y="918972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4F4FB03-2F6C-745E-43FC-550421824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381" y="3130509"/>
            <a:ext cx="5033237" cy="1635801"/>
          </a:xfrm>
          <a:prstGeom prst="rect">
            <a:avLst/>
          </a:prstGeom>
        </p:spPr>
      </p:pic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184930F0-E129-1A90-234A-3D35C742BB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823239"/>
              </p:ext>
            </p:extLst>
          </p:nvPr>
        </p:nvGraphicFramePr>
        <p:xfrm>
          <a:off x="3490721" y="377190"/>
          <a:ext cx="5445224" cy="2614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19181B5-114B-FED5-242B-3EB09886A55F}"/>
              </a:ext>
            </a:extLst>
          </p:cNvPr>
          <p:cNvSpPr txBox="1"/>
          <p:nvPr/>
        </p:nvSpPr>
        <p:spPr>
          <a:xfrm>
            <a:off x="787081" y="4766310"/>
            <a:ext cx="193713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Belkin et al. (1997)</a:t>
            </a:r>
            <a:endParaRPr lang="he-I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83B1BEA-1159-4AE5-AD9B-9440E5189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3202" y="285750"/>
            <a:ext cx="2564892" cy="1502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 A2 Results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D50C310-510F-45B8-81D2-BE905D5C6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6677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0" y="2097477"/>
            <a:ext cx="3035813" cy="2810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Mean Pitch Associations: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Indole: \(481.02\) Hz (lowest)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PEA: \(540.20\) Hz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Eugenol: \(542.99\) Hz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Gallbascone</a:t>
            </a:r>
            <a:r>
              <a:rPr lang="en-US" sz="1200" dirty="0"/>
              <a:t>: \(579.49\) Hz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Linalool: \(660.05\) Hz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Galaxolide</a:t>
            </a:r>
            <a:r>
              <a:rPr lang="en-US" sz="1200" dirty="0"/>
              <a:t>: \(712.30\) Hz</a:t>
            </a:r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Citronelly</a:t>
            </a:r>
            <a:r>
              <a:rPr lang="en-US" sz="1200" dirty="0"/>
              <a:t>: \(745.07\) Hz (highest)</a:t>
            </a:r>
            <a:endParaRPr lang="he-IL" sz="1200" dirty="0"/>
          </a:p>
          <a:p>
            <a:pPr marL="685800" lvl="1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he-IL" sz="9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AA53642-A862-5677-49CA-14A4C42239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62" r="1" b="1"/>
          <a:stretch/>
        </p:blipFill>
        <p:spPr>
          <a:xfrm>
            <a:off x="3052958" y="1552848"/>
            <a:ext cx="6105900" cy="3355449"/>
          </a:xfrm>
          <a:custGeom>
            <a:avLst/>
            <a:gdLst/>
            <a:ahLst/>
            <a:cxnLst/>
            <a:rect l="l" t="t" r="r" b="b"/>
            <a:pathLst>
              <a:path w="6006950" h="4200116">
                <a:moveTo>
                  <a:pt x="1035902" y="878"/>
                </a:moveTo>
                <a:cubicBezTo>
                  <a:pt x="1135908" y="5076"/>
                  <a:pt x="1234824" y="23223"/>
                  <a:pt x="1334526" y="31024"/>
                </a:cubicBezTo>
                <a:cubicBezTo>
                  <a:pt x="1429408" y="38508"/>
                  <a:pt x="1524290" y="49417"/>
                  <a:pt x="1619679" y="34449"/>
                </a:cubicBezTo>
                <a:cubicBezTo>
                  <a:pt x="1713242" y="21726"/>
                  <a:pt x="1807870" y="18745"/>
                  <a:pt x="1902041" y="25570"/>
                </a:cubicBezTo>
                <a:cubicBezTo>
                  <a:pt x="2006183" y="30770"/>
                  <a:pt x="2110071" y="48021"/>
                  <a:pt x="2214847" y="33561"/>
                </a:cubicBezTo>
                <a:cubicBezTo>
                  <a:pt x="2228052" y="32216"/>
                  <a:pt x="2241384" y="33954"/>
                  <a:pt x="2253790" y="38635"/>
                </a:cubicBezTo>
                <a:cubicBezTo>
                  <a:pt x="2294520" y="52169"/>
                  <a:pt x="2338397" y="53007"/>
                  <a:pt x="2379622" y="41045"/>
                </a:cubicBezTo>
                <a:cubicBezTo>
                  <a:pt x="2431756" y="27168"/>
                  <a:pt x="2486503" y="26254"/>
                  <a:pt x="2539069" y="38381"/>
                </a:cubicBezTo>
                <a:cubicBezTo>
                  <a:pt x="2617207" y="55379"/>
                  <a:pt x="2695598" y="72123"/>
                  <a:pt x="2776908" y="58169"/>
                </a:cubicBezTo>
                <a:cubicBezTo>
                  <a:pt x="2824222" y="50178"/>
                  <a:pt x="2868111" y="30770"/>
                  <a:pt x="2914791" y="21637"/>
                </a:cubicBezTo>
                <a:cubicBezTo>
                  <a:pt x="3049249" y="-4620"/>
                  <a:pt x="3184976" y="3244"/>
                  <a:pt x="3320703" y="12124"/>
                </a:cubicBezTo>
                <a:cubicBezTo>
                  <a:pt x="3453259" y="20876"/>
                  <a:pt x="3585179" y="38888"/>
                  <a:pt x="3718496" y="36225"/>
                </a:cubicBezTo>
                <a:cubicBezTo>
                  <a:pt x="3746884" y="36440"/>
                  <a:pt x="3775210" y="38812"/>
                  <a:pt x="3803230" y="43328"/>
                </a:cubicBezTo>
                <a:cubicBezTo>
                  <a:pt x="3907245" y="57028"/>
                  <a:pt x="4011767" y="69966"/>
                  <a:pt x="4114640" y="42313"/>
                </a:cubicBezTo>
                <a:cubicBezTo>
                  <a:pt x="4206871" y="17312"/>
                  <a:pt x="4303111" y="10677"/>
                  <a:pt x="4397891" y="22779"/>
                </a:cubicBezTo>
                <a:cubicBezTo>
                  <a:pt x="4522696" y="39130"/>
                  <a:pt x="4648846" y="42707"/>
                  <a:pt x="4774374" y="33434"/>
                </a:cubicBezTo>
                <a:cubicBezTo>
                  <a:pt x="4813773" y="29515"/>
                  <a:pt x="4853387" y="28107"/>
                  <a:pt x="4892977" y="29248"/>
                </a:cubicBezTo>
                <a:cubicBezTo>
                  <a:pt x="5181681" y="42440"/>
                  <a:pt x="5471273" y="25062"/>
                  <a:pt x="5759471" y="55759"/>
                </a:cubicBezTo>
                <a:cubicBezTo>
                  <a:pt x="5805028" y="61131"/>
                  <a:pt x="5850896" y="61524"/>
                  <a:pt x="5896277" y="57017"/>
                </a:cubicBezTo>
                <a:lnTo>
                  <a:pt x="6006950" y="33749"/>
                </a:lnTo>
                <a:lnTo>
                  <a:pt x="6006950" y="4200116"/>
                </a:lnTo>
                <a:lnTo>
                  <a:pt x="13501" y="4200116"/>
                </a:lnTo>
                <a:lnTo>
                  <a:pt x="28554" y="3862213"/>
                </a:lnTo>
                <a:cubicBezTo>
                  <a:pt x="30457" y="3736758"/>
                  <a:pt x="27411" y="3611386"/>
                  <a:pt x="15626" y="3486312"/>
                </a:cubicBezTo>
                <a:cubicBezTo>
                  <a:pt x="-847" y="3333707"/>
                  <a:pt x="-4304" y="3179990"/>
                  <a:pt x="5296" y="3026802"/>
                </a:cubicBezTo>
                <a:cubicBezTo>
                  <a:pt x="11786" y="2939137"/>
                  <a:pt x="18539" y="2851472"/>
                  <a:pt x="22776" y="2763676"/>
                </a:cubicBezTo>
                <a:cubicBezTo>
                  <a:pt x="28180" y="2638786"/>
                  <a:pt x="25173" y="2513673"/>
                  <a:pt x="13771" y="2389181"/>
                </a:cubicBezTo>
                <a:cubicBezTo>
                  <a:pt x="4237" y="2294247"/>
                  <a:pt x="3177" y="2198663"/>
                  <a:pt x="10593" y="2103543"/>
                </a:cubicBezTo>
                <a:cubicBezTo>
                  <a:pt x="25690" y="1941590"/>
                  <a:pt x="9931" y="1779636"/>
                  <a:pt x="5032" y="1617814"/>
                </a:cubicBezTo>
                <a:cubicBezTo>
                  <a:pt x="-3577" y="1320125"/>
                  <a:pt x="20393" y="1022570"/>
                  <a:pt x="9666" y="724882"/>
                </a:cubicBezTo>
                <a:cubicBezTo>
                  <a:pt x="3841" y="577627"/>
                  <a:pt x="16420" y="430504"/>
                  <a:pt x="9666" y="283249"/>
                </a:cubicBezTo>
                <a:cubicBezTo>
                  <a:pt x="6885" y="230875"/>
                  <a:pt x="4568" y="178502"/>
                  <a:pt x="3409" y="126111"/>
                </a:cubicBezTo>
                <a:lnTo>
                  <a:pt x="3819" y="33427"/>
                </a:lnTo>
                <a:lnTo>
                  <a:pt x="31797" y="28723"/>
                </a:lnTo>
                <a:cubicBezTo>
                  <a:pt x="147177" y="14068"/>
                  <a:pt x="264046" y="13354"/>
                  <a:pt x="379873" y="26711"/>
                </a:cubicBezTo>
                <a:cubicBezTo>
                  <a:pt x="443931" y="35083"/>
                  <a:pt x="508243" y="47768"/>
                  <a:pt x="573442" y="35083"/>
                </a:cubicBezTo>
                <a:cubicBezTo>
                  <a:pt x="579581" y="33992"/>
                  <a:pt x="585759" y="36757"/>
                  <a:pt x="589044" y="42060"/>
                </a:cubicBezTo>
                <a:cubicBezTo>
                  <a:pt x="621264" y="81382"/>
                  <a:pt x="663123" y="80114"/>
                  <a:pt x="705871" y="67429"/>
                </a:cubicBezTo>
                <a:cubicBezTo>
                  <a:pt x="733929" y="58740"/>
                  <a:pt x="761430" y="48326"/>
                  <a:pt x="788194" y="36225"/>
                </a:cubicBezTo>
                <a:cubicBezTo>
                  <a:pt x="835052" y="16792"/>
                  <a:pt x="884827" y="5299"/>
                  <a:pt x="935464" y="2230"/>
                </a:cubicBezTo>
                <a:cubicBezTo>
                  <a:pt x="969111" y="-370"/>
                  <a:pt x="1002567" y="-521"/>
                  <a:pt x="1035902" y="878"/>
                </a:cubicBezTo>
                <a:close/>
              </a:path>
            </a:pathLst>
          </a:cu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81BD70C-D93E-64DA-5196-48970BBE75F2}"/>
              </a:ext>
            </a:extLst>
          </p:cNvPr>
          <p:cNvSpPr txBox="1"/>
          <p:nvPr/>
        </p:nvSpPr>
        <p:spPr>
          <a:xfrm>
            <a:off x="7422098" y="4656567"/>
            <a:ext cx="97304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P</a:t>
            </a:r>
            <a:r>
              <a:rPr lang="en-US"/>
              <a:t>&lt;0.01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DD2E0DE-5637-B7A4-2B7D-AF2215C2A4E2}"/>
              </a:ext>
            </a:extLst>
          </p:cNvPr>
          <p:cNvSpPr txBox="1"/>
          <p:nvPr/>
        </p:nvSpPr>
        <p:spPr>
          <a:xfrm>
            <a:off x="4279338" y="1245071"/>
            <a:ext cx="365314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Average Sound Rating per Scent (Experiment 2)</a:t>
            </a:r>
            <a:endParaRPr lang="he-I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A3 - Experiment 3 Design and Stimuli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E0EBA4FA-5B4B-CCC5-95E4-9A648157C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1349307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5D45EFD-D0F5-3F2E-C4A0-BA882039EE2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73202" y="342900"/>
            <a:ext cx="3257550" cy="14470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600" b="1" dirty="0">
                <a:solidFill>
                  <a:schemeClr val="tx1"/>
                </a:solidFill>
              </a:rPr>
              <a:t>Experiment A3 Results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535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C856704-3CEE-C69D-F669-A8A93DBD9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30"/>
          <a:stretch>
            <a:fillRect/>
          </a:stretch>
        </p:blipFill>
        <p:spPr>
          <a:xfrm>
            <a:off x="4076655" y="1236518"/>
            <a:ext cx="5065059" cy="3225257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B596C1A-8621-C96F-9DFD-9681DB2ECA5A}"/>
              </a:ext>
            </a:extLst>
          </p:cNvPr>
          <p:cNvSpPr txBox="1"/>
          <p:nvPr/>
        </p:nvSpPr>
        <p:spPr>
          <a:xfrm>
            <a:off x="7798887" y="4461775"/>
            <a:ext cx="97304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P&lt;0.001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8563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1BECB4D-54F9-B973-0E2D-4A9DFF58D553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73202" y="377190"/>
            <a:ext cx="2564892" cy="1097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A2 VS Study A3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674619" y="918972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A82F80B-F5BC-B9A7-8CFA-03C953C09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0"/>
          <a:stretch>
            <a:fillRect/>
          </a:stretch>
        </p:blipFill>
        <p:spPr>
          <a:xfrm>
            <a:off x="1154194" y="1993186"/>
            <a:ext cx="6826468" cy="2694529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FCC14CC-C461-68ED-14A9-B42D3E1C21DB}"/>
              </a:ext>
            </a:extLst>
          </p:cNvPr>
          <p:cNvSpPr txBox="1"/>
          <p:nvPr/>
        </p:nvSpPr>
        <p:spPr>
          <a:xfrm>
            <a:off x="5713713" y="1623854"/>
            <a:ext cx="164386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Experiment 3</a:t>
            </a:r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099473C-4DCB-79FE-9C83-0D3C0A101867}"/>
              </a:ext>
            </a:extLst>
          </p:cNvPr>
          <p:cNvSpPr txBox="1"/>
          <p:nvPr/>
        </p:nvSpPr>
        <p:spPr>
          <a:xfrm>
            <a:off x="2216161" y="1623854"/>
            <a:ext cx="164386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Experiment 2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26163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AFD5DA86-AD97-ECB7-E09B-5C37F29024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4186761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4C2A496-340A-5811-D90F-9FC6449A6E1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Research Question, What is the Mechanism?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065BDAE-4637-1F23-225A-33AB9A2FFF9F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47038"/>
            <a:ext cx="7886700" cy="318897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Two Competing Hypotheses for Correspondence</a:t>
            </a:r>
          </a:p>
          <a:p>
            <a:pPr algn="l">
              <a:buNone/>
            </a:pPr>
            <a:endParaRPr lang="en" sz="14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" sz="1400" b="1" i="0" u="none" strike="noStrike" dirty="0">
                <a:solidFill>
                  <a:srgbClr val="000000"/>
                </a:solidFill>
                <a:effectLst/>
              </a:rPr>
              <a:t>Semantic Mapping Hypothesis</a:t>
            </a:r>
            <a:r>
              <a:rPr lang="en" sz="1400" b="0" i="0" u="none" strike="noStrike" dirty="0">
                <a:solidFill>
                  <a:srgbClr val="000000"/>
                </a:solidFill>
                <a:effectLst/>
              </a:rPr>
              <a:t>: Associations emerge via linguistic or conceptual attributes.</a:t>
            </a:r>
            <a:br>
              <a:rPr lang="en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" sz="1400" b="0" i="0" u="none" strike="noStrike" dirty="0">
                <a:solidFill>
                  <a:srgbClr val="000000"/>
                </a:solidFill>
                <a:effectLst/>
              </a:rPr>
              <a:t>Example: "Sweet" odors (candied orange) matched with high-pitched musical instruments like piano.</a:t>
            </a:r>
            <a:r>
              <a:rPr lang="en-US" sz="1400" b="1" dirty="0"/>
              <a:t> </a:t>
            </a:r>
            <a:r>
              <a:rPr lang="en-US" sz="1400" dirty="0"/>
              <a:t>Or, </a:t>
            </a:r>
            <a:r>
              <a:rPr lang="en" sz="1400" b="0" i="0" u="none" strike="noStrike" dirty="0">
                <a:solidFill>
                  <a:srgbClr val="000000"/>
                </a:solidFill>
                <a:effectLst/>
              </a:rPr>
              <a:t>associations based on repeated experiences or emotions. Example: Environmental odors </a:t>
            </a:r>
            <a:r>
              <a:rPr lang="en" sz="1400" dirty="0"/>
              <a:t>influence </a:t>
            </a:r>
            <a:r>
              <a:rPr lang="en" sz="1400" b="0" i="0" u="none" strike="noStrike" dirty="0">
                <a:solidFill>
                  <a:srgbClr val="000000"/>
                </a:solidFill>
                <a:effectLst/>
              </a:rPr>
              <a:t>behavior, such as fresh scents leading to longer stays in public areas.</a:t>
            </a:r>
          </a:p>
          <a:p>
            <a:pPr algn="l">
              <a:buNone/>
            </a:pPr>
            <a:endParaRPr lang="he-IL" sz="14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" sz="1400" b="1" i="0" u="none" strike="noStrike" dirty="0">
                <a:solidFill>
                  <a:srgbClr val="000000"/>
                </a:solidFill>
                <a:effectLst/>
              </a:rPr>
              <a:t>Sensory-Level Integration Hypothesis</a:t>
            </a:r>
            <a:r>
              <a:rPr lang="en" sz="1400" b="0" i="0" u="none" strike="noStrike" dirty="0">
                <a:solidFill>
                  <a:srgbClr val="000000"/>
                </a:solidFill>
                <a:effectLst/>
              </a:rPr>
              <a:t>: Direct neural integration at sensory levels.</a:t>
            </a:r>
            <a:br>
              <a:rPr lang="en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" sz="1400" b="0" i="0" u="none" strike="noStrike" dirty="0">
                <a:solidFill>
                  <a:srgbClr val="000000"/>
                </a:solidFill>
                <a:effectLst/>
              </a:rPr>
              <a:t>Example: Neural activation patterns linking odor intensity and auditory processing.</a:t>
            </a:r>
          </a:p>
          <a:p>
            <a:pPr algn="l"/>
            <a:endParaRPr lang="en" sz="1400" dirty="0"/>
          </a:p>
          <a:p>
            <a:pPr algn="l"/>
            <a:br>
              <a:rPr lang="en" sz="1400" dirty="0"/>
            </a:br>
            <a:r>
              <a:rPr lang="e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Anderson et al. (2003); Ba &amp; Kang (2019a); Ba et al. (2020); Gilday &amp; Mizrahi (2023); Marks (1978); Martino &amp; Marks (2001); Zacharakis (2024, 2025)</a:t>
            </a:r>
            <a:endParaRPr lang="en" sz="14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9960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5698DDF-5213-4305-7282-625A5F6EAD2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Our Hypothesis: Sensory-Perceptual Integration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6553623-5BB8-320A-5467-194E1CCD5387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47038"/>
            <a:ext cx="7886700" cy="318897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Consistent odor-pitch pairings across expert and non-expert participants (Studies A1, A2, A3).</a:t>
            </a:r>
            <a:endParaRPr lang="he-IL" sz="17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" sz="1700" dirty="0"/>
              <a:t>Critically, odors were presented without semantic labels, eliminating linguistic influences</a:t>
            </a:r>
            <a:r>
              <a:rPr lang="en-US" sz="1700" dirty="0"/>
              <a:t>.</a:t>
            </a:r>
            <a:endParaRPr lang="en-US" sz="17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Pairings are stable within and between individuals, independent of semantic labels</a:t>
            </a:r>
            <a:r>
              <a:rPr lang="en-US" sz="1700" dirty="0">
                <a:solidFill>
                  <a:schemeClr val="tx1"/>
                </a:solidFill>
              </a:rPr>
              <a:t> (Nameless Odors)</a:t>
            </a: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Symmetrical and robust associations </a:t>
            </a:r>
            <a:r>
              <a:rPr lang="en-US" sz="1700" dirty="0">
                <a:solidFill>
                  <a:schemeClr val="tx1"/>
                </a:solidFill>
              </a:rPr>
              <a:t>were observed across methodological variations.</a:t>
            </a:r>
            <a:endParaRPr lang="en-US" sz="17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Odor-pitch correspondences arise from integral sensory-perceptual processing.</a:t>
            </a:r>
            <a:endParaRPr lang="he-IL" sz="1700" b="0" i="0" u="none" strike="noStrike" dirty="0">
              <a:solidFill>
                <a:schemeClr val="tx1"/>
              </a:solidFill>
              <a:effectLst/>
            </a:endParaRPr>
          </a:p>
          <a:p>
            <a:pPr marL="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06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06102AC-9B3E-40AF-2159-79D230E8AC9A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From Theory to Empirical Testing</a:t>
            </a:r>
            <a:br>
              <a:rPr lang="en-US" sz="3200" b="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027263C-179A-A258-576B-2C41E81B9578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47038"/>
            <a:ext cx="7886700" cy="318897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" sz="2000" b="0" i="0" u="none" strike="noStrike" dirty="0">
                <a:solidFill>
                  <a:srgbClr val="000000"/>
                </a:solidFill>
                <a:effectLst/>
              </a:rPr>
              <a:t>Having proposed the Sensory-Perceptual Integration hypothesis, the next critical step is empirical validation. Garner’s Speeded Classification Paradigm precisely tests whether perceptual dimensions are integral or separable, making it ideal for verifying sensory-level perceptual integration.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131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Garner Paradigm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398984"/>
            <a:ext cx="7818120" cy="13716"/>
          </a:xfrm>
          <a:custGeom>
            <a:avLst/>
            <a:gdLst>
              <a:gd name="csX0" fmla="*/ 0 w 7818120"/>
              <a:gd name="csY0" fmla="*/ 0 h 13716"/>
              <a:gd name="csX1" fmla="*/ 416966 w 7818120"/>
              <a:gd name="csY1" fmla="*/ 0 h 13716"/>
              <a:gd name="csX2" fmla="*/ 1146658 w 7818120"/>
              <a:gd name="csY2" fmla="*/ 0 h 13716"/>
              <a:gd name="csX3" fmla="*/ 1563624 w 7818120"/>
              <a:gd name="csY3" fmla="*/ 0 h 13716"/>
              <a:gd name="csX4" fmla="*/ 2136953 w 7818120"/>
              <a:gd name="csY4" fmla="*/ 0 h 13716"/>
              <a:gd name="csX5" fmla="*/ 2944825 w 7818120"/>
              <a:gd name="csY5" fmla="*/ 0 h 13716"/>
              <a:gd name="csX6" fmla="*/ 3596335 w 7818120"/>
              <a:gd name="csY6" fmla="*/ 0 h 13716"/>
              <a:gd name="csX7" fmla="*/ 4326026 w 7818120"/>
              <a:gd name="csY7" fmla="*/ 0 h 13716"/>
              <a:gd name="csX8" fmla="*/ 4899355 w 7818120"/>
              <a:gd name="csY8" fmla="*/ 0 h 13716"/>
              <a:gd name="csX9" fmla="*/ 5550865 w 7818120"/>
              <a:gd name="csY9" fmla="*/ 0 h 13716"/>
              <a:gd name="csX10" fmla="*/ 6358738 w 7818120"/>
              <a:gd name="csY10" fmla="*/ 0 h 13716"/>
              <a:gd name="csX11" fmla="*/ 6853885 w 7818120"/>
              <a:gd name="csY11" fmla="*/ 0 h 13716"/>
              <a:gd name="csX12" fmla="*/ 7818120 w 7818120"/>
              <a:gd name="csY12" fmla="*/ 0 h 13716"/>
              <a:gd name="csX13" fmla="*/ 7818120 w 7818120"/>
              <a:gd name="csY13" fmla="*/ 13716 h 13716"/>
              <a:gd name="csX14" fmla="*/ 7244791 w 7818120"/>
              <a:gd name="csY14" fmla="*/ 13716 h 13716"/>
              <a:gd name="csX15" fmla="*/ 6827825 w 7818120"/>
              <a:gd name="csY15" fmla="*/ 13716 h 13716"/>
              <a:gd name="csX16" fmla="*/ 6176315 w 7818120"/>
              <a:gd name="csY16" fmla="*/ 13716 h 13716"/>
              <a:gd name="csX17" fmla="*/ 5681167 w 7818120"/>
              <a:gd name="csY17" fmla="*/ 13716 h 13716"/>
              <a:gd name="csX18" fmla="*/ 5029657 w 7818120"/>
              <a:gd name="csY18" fmla="*/ 13716 h 13716"/>
              <a:gd name="csX19" fmla="*/ 4378147 w 7818120"/>
              <a:gd name="csY19" fmla="*/ 13716 h 13716"/>
              <a:gd name="csX20" fmla="*/ 3726637 w 7818120"/>
              <a:gd name="csY20" fmla="*/ 13716 h 13716"/>
              <a:gd name="csX21" fmla="*/ 3075127 w 7818120"/>
              <a:gd name="csY21" fmla="*/ 13716 h 13716"/>
              <a:gd name="csX22" fmla="*/ 2501798 w 7818120"/>
              <a:gd name="csY22" fmla="*/ 13716 h 13716"/>
              <a:gd name="csX23" fmla="*/ 1772107 w 7818120"/>
              <a:gd name="csY23" fmla="*/ 13716 h 13716"/>
              <a:gd name="csX24" fmla="*/ 1120597 w 7818120"/>
              <a:gd name="csY24" fmla="*/ 13716 h 13716"/>
              <a:gd name="csX25" fmla="*/ 0 w 7818120"/>
              <a:gd name="csY25" fmla="*/ 13716 h 13716"/>
              <a:gd name="csX26" fmla="*/ 0 w 7818120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3716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8217" y="2784"/>
                  <a:pt x="7818136" y="9558"/>
                  <a:pt x="7818120" y="13716"/>
                </a:cubicBezTo>
                <a:cubicBezTo>
                  <a:pt x="7698847" y="-7839"/>
                  <a:pt x="7390924" y="18407"/>
                  <a:pt x="7244791" y="13716"/>
                </a:cubicBezTo>
                <a:cubicBezTo>
                  <a:pt x="7098658" y="9025"/>
                  <a:pt x="6952735" y="24785"/>
                  <a:pt x="6827825" y="13716"/>
                </a:cubicBezTo>
                <a:cubicBezTo>
                  <a:pt x="6702915" y="2647"/>
                  <a:pt x="6338661" y="29958"/>
                  <a:pt x="6176315" y="13716"/>
                </a:cubicBezTo>
                <a:cubicBezTo>
                  <a:pt x="6013969" y="-2526"/>
                  <a:pt x="5850602" y="1790"/>
                  <a:pt x="5681167" y="13716"/>
                </a:cubicBezTo>
                <a:cubicBezTo>
                  <a:pt x="5511732" y="25642"/>
                  <a:pt x="5312143" y="-4154"/>
                  <a:pt x="5029657" y="13716"/>
                </a:cubicBezTo>
                <a:cubicBezTo>
                  <a:pt x="4747171" y="31586"/>
                  <a:pt x="4655062" y="26168"/>
                  <a:pt x="4378147" y="13716"/>
                </a:cubicBezTo>
                <a:cubicBezTo>
                  <a:pt x="4101232" y="1265"/>
                  <a:pt x="4037646" y="40134"/>
                  <a:pt x="3726637" y="13716"/>
                </a:cubicBezTo>
                <a:cubicBezTo>
                  <a:pt x="3415628" y="-12702"/>
                  <a:pt x="3321756" y="40935"/>
                  <a:pt x="3075127" y="13716"/>
                </a:cubicBezTo>
                <a:cubicBezTo>
                  <a:pt x="2828498" y="-13503"/>
                  <a:pt x="2684733" y="10281"/>
                  <a:pt x="2501798" y="13716"/>
                </a:cubicBezTo>
                <a:cubicBezTo>
                  <a:pt x="2318863" y="17151"/>
                  <a:pt x="2121844" y="-17585"/>
                  <a:pt x="1772107" y="13716"/>
                </a:cubicBezTo>
                <a:cubicBezTo>
                  <a:pt x="1422370" y="45017"/>
                  <a:pt x="1431548" y="27094"/>
                  <a:pt x="1120597" y="13716"/>
                </a:cubicBezTo>
                <a:cubicBezTo>
                  <a:pt x="809646" y="339"/>
                  <a:pt x="246393" y="5166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7818120" h="13716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7446" y="5682"/>
                  <a:pt x="7817517" y="9439"/>
                  <a:pt x="7818120" y="13716"/>
                </a:cubicBezTo>
                <a:cubicBezTo>
                  <a:pt x="7610240" y="34"/>
                  <a:pt x="7521789" y="3149"/>
                  <a:pt x="7401154" y="13716"/>
                </a:cubicBezTo>
                <a:cubicBezTo>
                  <a:pt x="7280519" y="24283"/>
                  <a:pt x="6930719" y="-347"/>
                  <a:pt x="6593281" y="13716"/>
                </a:cubicBezTo>
                <a:cubicBezTo>
                  <a:pt x="6255843" y="27779"/>
                  <a:pt x="6286682" y="-3410"/>
                  <a:pt x="6098134" y="13716"/>
                </a:cubicBezTo>
                <a:cubicBezTo>
                  <a:pt x="5909586" y="30842"/>
                  <a:pt x="5602789" y="44024"/>
                  <a:pt x="5446624" y="13716"/>
                </a:cubicBezTo>
                <a:cubicBezTo>
                  <a:pt x="5290459" y="-16592"/>
                  <a:pt x="4917039" y="17388"/>
                  <a:pt x="4638751" y="13716"/>
                </a:cubicBezTo>
                <a:cubicBezTo>
                  <a:pt x="4360463" y="10044"/>
                  <a:pt x="4304690" y="878"/>
                  <a:pt x="3987241" y="13716"/>
                </a:cubicBezTo>
                <a:cubicBezTo>
                  <a:pt x="3669792" y="26555"/>
                  <a:pt x="3758742" y="27979"/>
                  <a:pt x="3570275" y="13716"/>
                </a:cubicBezTo>
                <a:cubicBezTo>
                  <a:pt x="3381808" y="-547"/>
                  <a:pt x="3267153" y="31628"/>
                  <a:pt x="3075127" y="13716"/>
                </a:cubicBezTo>
                <a:cubicBezTo>
                  <a:pt x="2883101" y="-4196"/>
                  <a:pt x="2665825" y="6401"/>
                  <a:pt x="2267255" y="13716"/>
                </a:cubicBezTo>
                <a:cubicBezTo>
                  <a:pt x="1868685" y="21031"/>
                  <a:pt x="1884698" y="23838"/>
                  <a:pt x="1615745" y="13716"/>
                </a:cubicBezTo>
                <a:cubicBezTo>
                  <a:pt x="1346792" y="3595"/>
                  <a:pt x="1320952" y="5858"/>
                  <a:pt x="1120597" y="13716"/>
                </a:cubicBezTo>
                <a:cubicBezTo>
                  <a:pt x="920242" y="21574"/>
                  <a:pt x="556507" y="46218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0EBDD383-9F6A-BF9A-BB76-FEA0C74BE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592270"/>
              </p:ext>
            </p:extLst>
          </p:nvPr>
        </p:nvGraphicFramePr>
        <p:xfrm>
          <a:off x="628650" y="1671065"/>
          <a:ext cx="7886700" cy="2961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Garner Paradigm Details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398984"/>
            <a:ext cx="7818120" cy="13716"/>
          </a:xfrm>
          <a:custGeom>
            <a:avLst/>
            <a:gdLst>
              <a:gd name="csX0" fmla="*/ 0 w 7818120"/>
              <a:gd name="csY0" fmla="*/ 0 h 13716"/>
              <a:gd name="csX1" fmla="*/ 416966 w 7818120"/>
              <a:gd name="csY1" fmla="*/ 0 h 13716"/>
              <a:gd name="csX2" fmla="*/ 1146658 w 7818120"/>
              <a:gd name="csY2" fmla="*/ 0 h 13716"/>
              <a:gd name="csX3" fmla="*/ 1563624 w 7818120"/>
              <a:gd name="csY3" fmla="*/ 0 h 13716"/>
              <a:gd name="csX4" fmla="*/ 2136953 w 7818120"/>
              <a:gd name="csY4" fmla="*/ 0 h 13716"/>
              <a:gd name="csX5" fmla="*/ 2944825 w 7818120"/>
              <a:gd name="csY5" fmla="*/ 0 h 13716"/>
              <a:gd name="csX6" fmla="*/ 3596335 w 7818120"/>
              <a:gd name="csY6" fmla="*/ 0 h 13716"/>
              <a:gd name="csX7" fmla="*/ 4326026 w 7818120"/>
              <a:gd name="csY7" fmla="*/ 0 h 13716"/>
              <a:gd name="csX8" fmla="*/ 4899355 w 7818120"/>
              <a:gd name="csY8" fmla="*/ 0 h 13716"/>
              <a:gd name="csX9" fmla="*/ 5550865 w 7818120"/>
              <a:gd name="csY9" fmla="*/ 0 h 13716"/>
              <a:gd name="csX10" fmla="*/ 6358738 w 7818120"/>
              <a:gd name="csY10" fmla="*/ 0 h 13716"/>
              <a:gd name="csX11" fmla="*/ 6853885 w 7818120"/>
              <a:gd name="csY11" fmla="*/ 0 h 13716"/>
              <a:gd name="csX12" fmla="*/ 7818120 w 7818120"/>
              <a:gd name="csY12" fmla="*/ 0 h 13716"/>
              <a:gd name="csX13" fmla="*/ 7818120 w 7818120"/>
              <a:gd name="csY13" fmla="*/ 13716 h 13716"/>
              <a:gd name="csX14" fmla="*/ 7244791 w 7818120"/>
              <a:gd name="csY14" fmla="*/ 13716 h 13716"/>
              <a:gd name="csX15" fmla="*/ 6827825 w 7818120"/>
              <a:gd name="csY15" fmla="*/ 13716 h 13716"/>
              <a:gd name="csX16" fmla="*/ 6176315 w 7818120"/>
              <a:gd name="csY16" fmla="*/ 13716 h 13716"/>
              <a:gd name="csX17" fmla="*/ 5681167 w 7818120"/>
              <a:gd name="csY17" fmla="*/ 13716 h 13716"/>
              <a:gd name="csX18" fmla="*/ 5029657 w 7818120"/>
              <a:gd name="csY18" fmla="*/ 13716 h 13716"/>
              <a:gd name="csX19" fmla="*/ 4378147 w 7818120"/>
              <a:gd name="csY19" fmla="*/ 13716 h 13716"/>
              <a:gd name="csX20" fmla="*/ 3726637 w 7818120"/>
              <a:gd name="csY20" fmla="*/ 13716 h 13716"/>
              <a:gd name="csX21" fmla="*/ 3075127 w 7818120"/>
              <a:gd name="csY21" fmla="*/ 13716 h 13716"/>
              <a:gd name="csX22" fmla="*/ 2501798 w 7818120"/>
              <a:gd name="csY22" fmla="*/ 13716 h 13716"/>
              <a:gd name="csX23" fmla="*/ 1772107 w 7818120"/>
              <a:gd name="csY23" fmla="*/ 13716 h 13716"/>
              <a:gd name="csX24" fmla="*/ 1120597 w 7818120"/>
              <a:gd name="csY24" fmla="*/ 13716 h 13716"/>
              <a:gd name="csX25" fmla="*/ 0 w 7818120"/>
              <a:gd name="csY25" fmla="*/ 13716 h 13716"/>
              <a:gd name="csX26" fmla="*/ 0 w 7818120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3716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8217" y="2784"/>
                  <a:pt x="7818136" y="9558"/>
                  <a:pt x="7818120" y="13716"/>
                </a:cubicBezTo>
                <a:cubicBezTo>
                  <a:pt x="7698847" y="-7839"/>
                  <a:pt x="7390924" y="18407"/>
                  <a:pt x="7244791" y="13716"/>
                </a:cubicBezTo>
                <a:cubicBezTo>
                  <a:pt x="7098658" y="9025"/>
                  <a:pt x="6952735" y="24785"/>
                  <a:pt x="6827825" y="13716"/>
                </a:cubicBezTo>
                <a:cubicBezTo>
                  <a:pt x="6702915" y="2647"/>
                  <a:pt x="6338661" y="29958"/>
                  <a:pt x="6176315" y="13716"/>
                </a:cubicBezTo>
                <a:cubicBezTo>
                  <a:pt x="6013969" y="-2526"/>
                  <a:pt x="5850602" y="1790"/>
                  <a:pt x="5681167" y="13716"/>
                </a:cubicBezTo>
                <a:cubicBezTo>
                  <a:pt x="5511732" y="25642"/>
                  <a:pt x="5312143" y="-4154"/>
                  <a:pt x="5029657" y="13716"/>
                </a:cubicBezTo>
                <a:cubicBezTo>
                  <a:pt x="4747171" y="31586"/>
                  <a:pt x="4655062" y="26168"/>
                  <a:pt x="4378147" y="13716"/>
                </a:cubicBezTo>
                <a:cubicBezTo>
                  <a:pt x="4101232" y="1265"/>
                  <a:pt x="4037646" y="40134"/>
                  <a:pt x="3726637" y="13716"/>
                </a:cubicBezTo>
                <a:cubicBezTo>
                  <a:pt x="3415628" y="-12702"/>
                  <a:pt x="3321756" y="40935"/>
                  <a:pt x="3075127" y="13716"/>
                </a:cubicBezTo>
                <a:cubicBezTo>
                  <a:pt x="2828498" y="-13503"/>
                  <a:pt x="2684733" y="10281"/>
                  <a:pt x="2501798" y="13716"/>
                </a:cubicBezTo>
                <a:cubicBezTo>
                  <a:pt x="2318863" y="17151"/>
                  <a:pt x="2121844" y="-17585"/>
                  <a:pt x="1772107" y="13716"/>
                </a:cubicBezTo>
                <a:cubicBezTo>
                  <a:pt x="1422370" y="45017"/>
                  <a:pt x="1431548" y="27094"/>
                  <a:pt x="1120597" y="13716"/>
                </a:cubicBezTo>
                <a:cubicBezTo>
                  <a:pt x="809646" y="339"/>
                  <a:pt x="246393" y="5166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7818120" h="13716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7446" y="5682"/>
                  <a:pt x="7817517" y="9439"/>
                  <a:pt x="7818120" y="13716"/>
                </a:cubicBezTo>
                <a:cubicBezTo>
                  <a:pt x="7610240" y="34"/>
                  <a:pt x="7521789" y="3149"/>
                  <a:pt x="7401154" y="13716"/>
                </a:cubicBezTo>
                <a:cubicBezTo>
                  <a:pt x="7280519" y="24283"/>
                  <a:pt x="6930719" y="-347"/>
                  <a:pt x="6593281" y="13716"/>
                </a:cubicBezTo>
                <a:cubicBezTo>
                  <a:pt x="6255843" y="27779"/>
                  <a:pt x="6286682" y="-3410"/>
                  <a:pt x="6098134" y="13716"/>
                </a:cubicBezTo>
                <a:cubicBezTo>
                  <a:pt x="5909586" y="30842"/>
                  <a:pt x="5602789" y="44024"/>
                  <a:pt x="5446624" y="13716"/>
                </a:cubicBezTo>
                <a:cubicBezTo>
                  <a:pt x="5290459" y="-16592"/>
                  <a:pt x="4917039" y="17388"/>
                  <a:pt x="4638751" y="13716"/>
                </a:cubicBezTo>
                <a:cubicBezTo>
                  <a:pt x="4360463" y="10044"/>
                  <a:pt x="4304690" y="878"/>
                  <a:pt x="3987241" y="13716"/>
                </a:cubicBezTo>
                <a:cubicBezTo>
                  <a:pt x="3669792" y="26555"/>
                  <a:pt x="3758742" y="27979"/>
                  <a:pt x="3570275" y="13716"/>
                </a:cubicBezTo>
                <a:cubicBezTo>
                  <a:pt x="3381808" y="-547"/>
                  <a:pt x="3267153" y="31628"/>
                  <a:pt x="3075127" y="13716"/>
                </a:cubicBezTo>
                <a:cubicBezTo>
                  <a:pt x="2883101" y="-4196"/>
                  <a:pt x="2665825" y="6401"/>
                  <a:pt x="2267255" y="13716"/>
                </a:cubicBezTo>
                <a:cubicBezTo>
                  <a:pt x="1868685" y="21031"/>
                  <a:pt x="1884698" y="23838"/>
                  <a:pt x="1615745" y="13716"/>
                </a:cubicBezTo>
                <a:cubicBezTo>
                  <a:pt x="1346792" y="3595"/>
                  <a:pt x="1320952" y="5858"/>
                  <a:pt x="1120597" y="13716"/>
                </a:cubicBezTo>
                <a:cubicBezTo>
                  <a:pt x="920242" y="21574"/>
                  <a:pt x="556507" y="46218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CE0E86E2-AB48-3B98-5C31-B86717F982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997197"/>
              </p:ext>
            </p:extLst>
          </p:nvPr>
        </p:nvGraphicFramePr>
        <p:xfrm>
          <a:off x="628650" y="1671065"/>
          <a:ext cx="7886700" cy="2961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B390F35-69D5-CF84-1FD4-646ECDD35549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Garner’s Paradigm?</a:t>
            </a:r>
            <a:b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C28B3AA-3FDA-00A8-7743-BDC8BACB7B74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47038"/>
            <a:ext cx="7886700" cy="318897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b="1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Specifically designed to differentiate between perceptual and cognitive processes.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Effectively separates integral (automatic) from separable (attention-driven) sensory interactions.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Widely validated in multisensory and cognitive research, providing clear interpretations.</a:t>
            </a:r>
            <a:endParaRPr lang="he-IL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Ability to measure by Blocks. 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Algom &amp; </a:t>
            </a:r>
            <a:r>
              <a:rPr lang="en" sz="1600" b="0" i="0" u="none" strike="noStrike" dirty="0" err="1">
                <a:solidFill>
                  <a:srgbClr val="000000"/>
                </a:solidFill>
                <a:effectLst/>
              </a:rPr>
              <a:t>Fitousi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 (2016); Garner (1974)</a:t>
            </a: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655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01DAD83-F3C3-DF13-95FC-E278BB552D4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Empirical Testing with Garner’s Paradigm</a:t>
            </a:r>
            <a:endParaRPr lang="en-US" sz="3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9AE06AD-46A4-D09C-8544-03A9CA64A5CC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59738"/>
            <a:ext cx="7886700" cy="349123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Garner’s paradigm differentiates integral (automatic) from separable (cognitive or conceptual) processing of sensory dimensions.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Our Predictions:</a:t>
            </a:r>
          </a:p>
          <a:p>
            <a:pPr algn="l">
              <a:buNone/>
            </a:pP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Garner’s paradigm distinguishes integral from separable dimensions by comparing performance across baseline, filtering, and correlated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600" b="1" i="0" u="none" strike="noStrike" dirty="0">
                <a:solidFill>
                  <a:srgbClr val="000000"/>
                </a:solidFill>
                <a:effectLst/>
              </a:rPr>
              <a:t>Filtering condition: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 We predict </a:t>
            </a:r>
            <a:r>
              <a:rPr lang="en" sz="1600" b="1" i="0" u="none" strike="noStrike" dirty="0">
                <a:solidFill>
                  <a:srgbClr val="000000"/>
                </a:solidFill>
                <a:effectLst/>
              </a:rPr>
              <a:t>significant interference relative to the baseline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, indicating difficulty ignoring irrelevant </a:t>
            </a:r>
            <a:r>
              <a:rPr lang="en" sz="1600" dirty="0"/>
              <a:t>dimensions, evidence 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for perceptual integration.</a:t>
            </a:r>
            <a:endParaRPr lang="he-IL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sz="1600" b="1" i="0" u="none" strike="noStrike" dirty="0">
                <a:solidFill>
                  <a:srgbClr val="000000"/>
                </a:solidFill>
                <a:effectLst/>
              </a:rPr>
              <a:t>Correlation condition: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 We predict </a:t>
            </a:r>
            <a:r>
              <a:rPr lang="en" sz="1600" b="1" i="0" u="none" strike="noStrike" dirty="0">
                <a:solidFill>
                  <a:srgbClr val="000000"/>
                </a:solidFill>
                <a:effectLst/>
              </a:rPr>
              <a:t>redundancy gains</a:t>
            </a:r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, particularly when the pitch-odor pairing aligns with expected perceptual mappings. Differences between positive and negative correlations suggest a structured relationship between odor quality and pitch not merely a function of intensity but a deeper, shared perceptual dimension.</a:t>
            </a:r>
          </a:p>
          <a:p>
            <a:pPr marL="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00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50383-8664-FA75-18BF-B45758F4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E44A39-65FA-DF11-3DD2-2B14D9F57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E59A8A8-6F80-E7E2-124D-E092F7B6A21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Garner’s Paradigm &amp; Stroop Effect</a:t>
            </a:r>
            <a:endParaRPr lang="en-US" sz="3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613DD93-E812-EC0D-5663-72FE55F0F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67CC9E8-7485-34EC-A178-B3356EE8B546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59738"/>
            <a:ext cx="8420100" cy="3683762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" sz="6400" b="1" dirty="0"/>
              <a:t>The Filtering Condition (Measuring Conflict):</a:t>
            </a:r>
            <a:endParaRPr lang="en" sz="6400" dirty="0"/>
          </a:p>
          <a:p>
            <a:r>
              <a:rPr lang="en" sz="6400" b="1" dirty="0"/>
              <a:t>Mechanism:</a:t>
            </a:r>
            <a:r>
              <a:rPr lang="en" sz="6400" dirty="0"/>
              <a:t> Since the irrelevant dimension varies randomly, it creates both congruent and incongruent trials within the same block.</a:t>
            </a:r>
          </a:p>
          <a:p>
            <a:r>
              <a:rPr lang="en" sz="6400" b="1" dirty="0"/>
              <a:t>Measure:</a:t>
            </a:r>
            <a:r>
              <a:rPr lang="en" sz="6400" dirty="0"/>
              <a:t> We calculate </a:t>
            </a:r>
            <a:r>
              <a:rPr lang="en" sz="6400" b="1" dirty="0"/>
              <a:t>Stroop Congruity</a:t>
            </a:r>
            <a:r>
              <a:rPr lang="en" sz="6400" dirty="0"/>
              <a:t> by subtracting the mean RT of Congruent trials from Incongruent trials (RT</a:t>
            </a:r>
            <a:r>
              <a:rPr lang="he-IL" sz="6400" dirty="0"/>
              <a:t> </a:t>
            </a:r>
            <a:r>
              <a:rPr lang="en" sz="6400" dirty="0"/>
              <a:t>Inc - RT</a:t>
            </a:r>
            <a:r>
              <a:rPr lang="he-IL" sz="6400" dirty="0"/>
              <a:t> </a:t>
            </a:r>
            <a:r>
              <a:rPr lang="en" sz="6400" dirty="0"/>
              <a:t>Con).</a:t>
            </a:r>
          </a:p>
          <a:p>
            <a:r>
              <a:rPr lang="en" sz="6400" b="1" dirty="0"/>
              <a:t>Significance:</a:t>
            </a:r>
            <a:r>
              <a:rPr lang="en" sz="6400" dirty="0"/>
              <a:t> A significant effect indicates a failure of selective attention due to conflicting information</a:t>
            </a:r>
            <a:r>
              <a:rPr lang="en-US" sz="6400" dirty="0"/>
              <a:t>.</a:t>
            </a:r>
          </a:p>
          <a:p>
            <a:endParaRPr lang="en-US" sz="6400" dirty="0"/>
          </a:p>
          <a:p>
            <a:r>
              <a:rPr lang="en" sz="6400" b="1" dirty="0"/>
              <a:t>The Correlation Condition (Measuring Facilitation):</a:t>
            </a:r>
            <a:endParaRPr lang="en" sz="6400" dirty="0"/>
          </a:p>
          <a:p>
            <a:r>
              <a:rPr lang="en" sz="6400" b="1" dirty="0"/>
              <a:t>Mechanism:</a:t>
            </a:r>
            <a:r>
              <a:rPr lang="en" sz="6400" dirty="0"/>
              <a:t> The irrelevant dimension covaries perfectly with the target, eliminating conflict and serving as a predictive cue.</a:t>
            </a:r>
          </a:p>
          <a:p>
            <a:r>
              <a:rPr lang="en" sz="6400" b="1" dirty="0"/>
              <a:t>Measure:</a:t>
            </a:r>
            <a:r>
              <a:rPr lang="en" sz="6400" dirty="0"/>
              <a:t> We calculate </a:t>
            </a:r>
            <a:r>
              <a:rPr lang="en" sz="6400" b="1" dirty="0"/>
              <a:t>Redundancy Gain</a:t>
            </a:r>
            <a:r>
              <a:rPr lang="en" sz="6400" dirty="0"/>
              <a:t> by subtracting the mean RT of the Correlation block from the Baseline block (RT Base – RT Corr).</a:t>
            </a:r>
          </a:p>
          <a:p>
            <a:r>
              <a:rPr lang="en" sz="6400" b="1" dirty="0"/>
              <a:t>Significance:</a:t>
            </a:r>
            <a:r>
              <a:rPr lang="en" sz="6400" dirty="0"/>
              <a:t> Faster performance here (compared to baseline) confirms integral processing, where the "irrelevant" dimension facilitates the response.</a:t>
            </a:r>
          </a:p>
          <a:p>
            <a:r>
              <a:rPr lang="en" sz="4800" dirty="0"/>
              <a:t>				                                        </a:t>
            </a:r>
            <a:r>
              <a:rPr lang="en" sz="4800" dirty="0" err="1"/>
              <a:t>Pansky</a:t>
            </a:r>
            <a:r>
              <a:rPr lang="en" sz="4800" dirty="0"/>
              <a:t> &amp; Algom (1999, 2002); Mama et al,. (2013).</a:t>
            </a:r>
          </a:p>
          <a:p>
            <a:endParaRPr lang="en" sz="6400" dirty="0"/>
          </a:p>
          <a:p>
            <a:endParaRPr lang="en-US" dirty="0"/>
          </a:p>
          <a:p>
            <a:endParaRPr lang="en-US" dirty="0"/>
          </a:p>
          <a:p>
            <a:endParaRPr lang="en" sz="1600" dirty="0"/>
          </a:p>
          <a:p>
            <a:pPr>
              <a:lnSpc>
                <a:spcPct val="90000"/>
              </a:lnSpc>
            </a:pPr>
            <a:endParaRPr lang="en" sz="1600" dirty="0"/>
          </a:p>
          <a:p>
            <a:pPr>
              <a:lnSpc>
                <a:spcPct val="90000"/>
              </a:lnSpc>
            </a:pPr>
            <a:endParaRPr lang="en" sz="1600" dirty="0"/>
          </a:p>
          <a:p>
            <a:pPr>
              <a:lnSpc>
                <a:spcPct val="90000"/>
              </a:lnSpc>
            </a:pPr>
            <a:r>
              <a:rPr lang="en" sz="1600" dirty="0"/>
              <a:t>P</a:t>
            </a:r>
          </a:p>
          <a:p>
            <a:pPr>
              <a:lnSpc>
                <a:spcPct val="90000"/>
              </a:lnSpc>
            </a:pPr>
            <a:endParaRPr lang="en" sz="1600" dirty="0"/>
          </a:p>
          <a:p>
            <a:pPr>
              <a:lnSpc>
                <a:spcPct val="90000"/>
              </a:lnSpc>
            </a:pPr>
            <a:endParaRPr lang="en" sz="1600" dirty="0"/>
          </a:p>
          <a:p>
            <a:pPr>
              <a:lnSpc>
                <a:spcPct val="90000"/>
              </a:lnSpc>
            </a:pPr>
            <a:endParaRPr lang="en" sz="1600" dirty="0"/>
          </a:p>
          <a:p>
            <a:pPr>
              <a:lnSpc>
                <a:spcPct val="90000"/>
              </a:lnSpc>
            </a:pPr>
            <a:endParaRPr lang="en" sz="1600" dirty="0"/>
          </a:p>
          <a:p>
            <a:pPr marL="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516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Theoretical Implications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7A70A528-DB27-0396-B628-BF399BFBC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512524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973321" y="246888"/>
            <a:ext cx="4688333" cy="1337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dirty="0">
                <a:solidFill>
                  <a:schemeClr val="tx1"/>
                </a:solidFill>
              </a:rPr>
              <a:t>Limitations</a:t>
            </a:r>
          </a:p>
        </p:txBody>
      </p:sp>
      <p:pic>
        <p:nvPicPr>
          <p:cNvPr id="18" name="Picture 17" descr="כלי זכוכית במעבדה המכילים תמיסה">
            <a:extLst>
              <a:ext uri="{FF2B5EF4-FFF2-40B4-BE49-F238E27FC236}">
                <a16:creationId xmlns:a16="http://schemas.microsoft.com/office/drawing/2014/main" id="{585FD996-5670-98E8-8F7D-4DC976229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2" r="46965"/>
          <a:stretch/>
        </p:blipFill>
        <p:spPr>
          <a:xfrm>
            <a:off x="20" y="10"/>
            <a:ext cx="3492988" cy="51434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1781210"/>
            <a:ext cx="3182692" cy="13716"/>
          </a:xfrm>
          <a:custGeom>
            <a:avLst/>
            <a:gdLst>
              <a:gd name="csX0" fmla="*/ 0 w 3182692"/>
              <a:gd name="csY0" fmla="*/ 0 h 13716"/>
              <a:gd name="csX1" fmla="*/ 636538 w 3182692"/>
              <a:gd name="csY1" fmla="*/ 0 h 13716"/>
              <a:gd name="csX2" fmla="*/ 1273077 w 3182692"/>
              <a:gd name="csY2" fmla="*/ 0 h 13716"/>
              <a:gd name="csX3" fmla="*/ 1909615 w 3182692"/>
              <a:gd name="csY3" fmla="*/ 0 h 13716"/>
              <a:gd name="csX4" fmla="*/ 2482500 w 3182692"/>
              <a:gd name="csY4" fmla="*/ 0 h 13716"/>
              <a:gd name="csX5" fmla="*/ 3182692 w 3182692"/>
              <a:gd name="csY5" fmla="*/ 0 h 13716"/>
              <a:gd name="csX6" fmla="*/ 3182692 w 3182692"/>
              <a:gd name="csY6" fmla="*/ 13716 h 13716"/>
              <a:gd name="csX7" fmla="*/ 2609807 w 3182692"/>
              <a:gd name="csY7" fmla="*/ 13716 h 13716"/>
              <a:gd name="csX8" fmla="*/ 2068750 w 3182692"/>
              <a:gd name="csY8" fmla="*/ 13716 h 13716"/>
              <a:gd name="csX9" fmla="*/ 1432211 w 3182692"/>
              <a:gd name="csY9" fmla="*/ 13716 h 13716"/>
              <a:gd name="csX10" fmla="*/ 859327 w 3182692"/>
              <a:gd name="csY10" fmla="*/ 13716 h 13716"/>
              <a:gd name="csX11" fmla="*/ 0 w 3182692"/>
              <a:gd name="csY11" fmla="*/ 13716 h 13716"/>
              <a:gd name="csX12" fmla="*/ 0 w 3182692"/>
              <a:gd name="csY12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3716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2906" y="4075"/>
                  <a:pt x="3183008" y="9784"/>
                  <a:pt x="3182692" y="13716"/>
                </a:cubicBezTo>
                <a:cubicBezTo>
                  <a:pt x="2947402" y="17868"/>
                  <a:pt x="2876226" y="22619"/>
                  <a:pt x="2609807" y="13716"/>
                </a:cubicBezTo>
                <a:cubicBezTo>
                  <a:pt x="2343389" y="4813"/>
                  <a:pt x="2326689" y="21007"/>
                  <a:pt x="2068750" y="13716"/>
                </a:cubicBezTo>
                <a:cubicBezTo>
                  <a:pt x="1810811" y="6425"/>
                  <a:pt x="1713836" y="43647"/>
                  <a:pt x="1432211" y="13716"/>
                </a:cubicBezTo>
                <a:cubicBezTo>
                  <a:pt x="1150586" y="-16215"/>
                  <a:pt x="982765" y="-825"/>
                  <a:pt x="859327" y="13716"/>
                </a:cubicBezTo>
                <a:cubicBezTo>
                  <a:pt x="735889" y="28257"/>
                  <a:pt x="254183" y="30659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182692" h="13716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2126" y="5320"/>
                  <a:pt x="3182368" y="9001"/>
                  <a:pt x="3182692" y="13716"/>
                </a:cubicBezTo>
                <a:cubicBezTo>
                  <a:pt x="3026065" y="-15421"/>
                  <a:pt x="2775006" y="18495"/>
                  <a:pt x="2546154" y="13716"/>
                </a:cubicBezTo>
                <a:cubicBezTo>
                  <a:pt x="2317302" y="8937"/>
                  <a:pt x="2168173" y="-13085"/>
                  <a:pt x="1845961" y="13716"/>
                </a:cubicBezTo>
                <a:cubicBezTo>
                  <a:pt x="1523749" y="40517"/>
                  <a:pt x="1450078" y="-5416"/>
                  <a:pt x="1304904" y="13716"/>
                </a:cubicBezTo>
                <a:cubicBezTo>
                  <a:pt x="1159730" y="32848"/>
                  <a:pt x="942635" y="-14593"/>
                  <a:pt x="604711" y="13716"/>
                </a:cubicBezTo>
                <a:cubicBezTo>
                  <a:pt x="266787" y="42025"/>
                  <a:pt x="141927" y="-12967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973321" y="2029968"/>
            <a:ext cx="4688333" cy="26128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Individual differences in perception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Cultural variations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Environmental factors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Measurement precision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Sample size considerations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RT in Odors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</a:endParaRPr>
          </a:p>
          <a:p>
            <a:pPr marL="114300">
              <a:lnSpc>
                <a:spcPct val="90000"/>
              </a:lnSpc>
              <a:buSzPct val="100000"/>
            </a:pPr>
            <a:r>
              <a:rPr lang="en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Deroy (2023); Endevelt-Shapira et al. (2014); Yeshurun &amp; Sobel (2010)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Practical Applications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ext 0">
            <a:extLst>
              <a:ext uri="{FF2B5EF4-FFF2-40B4-BE49-F238E27FC236}">
                <a16:creationId xmlns:a16="http://schemas.microsoft.com/office/drawing/2014/main" id="{82334597-5FA6-39E0-81DC-8B9DBBC20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0536997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30936" y="411480"/>
            <a:ext cx="2700645" cy="407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Research Directions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07987" y="2444036"/>
            <a:ext cx="3360420" cy="13716"/>
          </a:xfrm>
          <a:custGeom>
            <a:avLst/>
            <a:gdLst>
              <a:gd name="csX0" fmla="*/ 0 w 3360420"/>
              <a:gd name="csY0" fmla="*/ 0 h 13716"/>
              <a:gd name="csX1" fmla="*/ 638480 w 3360420"/>
              <a:gd name="csY1" fmla="*/ 0 h 13716"/>
              <a:gd name="csX2" fmla="*/ 1310564 w 3360420"/>
              <a:gd name="csY2" fmla="*/ 0 h 13716"/>
              <a:gd name="csX3" fmla="*/ 2016252 w 3360420"/>
              <a:gd name="csY3" fmla="*/ 0 h 13716"/>
              <a:gd name="csX4" fmla="*/ 2721940 w 3360420"/>
              <a:gd name="csY4" fmla="*/ 0 h 13716"/>
              <a:gd name="csX5" fmla="*/ 3360420 w 3360420"/>
              <a:gd name="csY5" fmla="*/ 0 h 13716"/>
              <a:gd name="csX6" fmla="*/ 3360420 w 3360420"/>
              <a:gd name="csY6" fmla="*/ 13716 h 13716"/>
              <a:gd name="csX7" fmla="*/ 2621128 w 3360420"/>
              <a:gd name="csY7" fmla="*/ 13716 h 13716"/>
              <a:gd name="csX8" fmla="*/ 1881835 w 3360420"/>
              <a:gd name="csY8" fmla="*/ 13716 h 13716"/>
              <a:gd name="csX9" fmla="*/ 1209751 w 3360420"/>
              <a:gd name="csY9" fmla="*/ 13716 h 13716"/>
              <a:gd name="csX10" fmla="*/ 0 w 3360420"/>
              <a:gd name="csY10" fmla="*/ 13716 h 13716"/>
              <a:gd name="csX11" fmla="*/ 0 w 3360420"/>
              <a:gd name="csY11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60420" h="13716" fill="none" extrusionOk="0">
                <a:moveTo>
                  <a:pt x="0" y="0"/>
                </a:moveTo>
                <a:cubicBezTo>
                  <a:pt x="173390" y="25775"/>
                  <a:pt x="488191" y="-28129"/>
                  <a:pt x="638480" y="0"/>
                </a:cubicBezTo>
                <a:cubicBezTo>
                  <a:pt x="788769" y="28129"/>
                  <a:pt x="1174965" y="-28957"/>
                  <a:pt x="1310564" y="0"/>
                </a:cubicBezTo>
                <a:cubicBezTo>
                  <a:pt x="1446163" y="28957"/>
                  <a:pt x="1725466" y="-34787"/>
                  <a:pt x="2016252" y="0"/>
                </a:cubicBezTo>
                <a:cubicBezTo>
                  <a:pt x="2307038" y="34787"/>
                  <a:pt x="2437945" y="-15142"/>
                  <a:pt x="2721940" y="0"/>
                </a:cubicBezTo>
                <a:cubicBezTo>
                  <a:pt x="3005935" y="15142"/>
                  <a:pt x="3141795" y="-10480"/>
                  <a:pt x="3360420" y="0"/>
                </a:cubicBezTo>
                <a:cubicBezTo>
                  <a:pt x="3359940" y="2989"/>
                  <a:pt x="3359779" y="10166"/>
                  <a:pt x="3360420" y="13716"/>
                </a:cubicBezTo>
                <a:cubicBezTo>
                  <a:pt x="3047302" y="-18841"/>
                  <a:pt x="2960325" y="10240"/>
                  <a:pt x="2621128" y="13716"/>
                </a:cubicBezTo>
                <a:cubicBezTo>
                  <a:pt x="2281931" y="17192"/>
                  <a:pt x="2176842" y="26844"/>
                  <a:pt x="1881835" y="13716"/>
                </a:cubicBezTo>
                <a:cubicBezTo>
                  <a:pt x="1586828" y="588"/>
                  <a:pt x="1449984" y="-8996"/>
                  <a:pt x="1209751" y="13716"/>
                </a:cubicBezTo>
                <a:cubicBezTo>
                  <a:pt x="969518" y="36428"/>
                  <a:pt x="318488" y="55902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360420" h="13716" stroke="0" extrusionOk="0">
                <a:moveTo>
                  <a:pt x="0" y="0"/>
                </a:moveTo>
                <a:cubicBezTo>
                  <a:pt x="152211" y="-10113"/>
                  <a:pt x="493092" y="-25529"/>
                  <a:pt x="638480" y="0"/>
                </a:cubicBezTo>
                <a:cubicBezTo>
                  <a:pt x="783868" y="25529"/>
                  <a:pt x="1051824" y="-19092"/>
                  <a:pt x="1209751" y="0"/>
                </a:cubicBezTo>
                <a:cubicBezTo>
                  <a:pt x="1367678" y="19092"/>
                  <a:pt x="1729599" y="16071"/>
                  <a:pt x="1949044" y="0"/>
                </a:cubicBezTo>
                <a:cubicBezTo>
                  <a:pt x="2168489" y="-16071"/>
                  <a:pt x="2323758" y="-4710"/>
                  <a:pt x="2587523" y="0"/>
                </a:cubicBezTo>
                <a:cubicBezTo>
                  <a:pt x="2851288" y="4710"/>
                  <a:pt x="3195571" y="-8175"/>
                  <a:pt x="3360420" y="0"/>
                </a:cubicBezTo>
                <a:cubicBezTo>
                  <a:pt x="3359928" y="2764"/>
                  <a:pt x="3360118" y="8747"/>
                  <a:pt x="3360420" y="13716"/>
                </a:cubicBezTo>
                <a:cubicBezTo>
                  <a:pt x="3025528" y="-15604"/>
                  <a:pt x="2845368" y="35037"/>
                  <a:pt x="2688336" y="13716"/>
                </a:cubicBezTo>
                <a:cubicBezTo>
                  <a:pt x="2531304" y="-7605"/>
                  <a:pt x="2279760" y="-9642"/>
                  <a:pt x="1949044" y="13716"/>
                </a:cubicBezTo>
                <a:cubicBezTo>
                  <a:pt x="1618328" y="37074"/>
                  <a:pt x="1624903" y="7505"/>
                  <a:pt x="1377772" y="13716"/>
                </a:cubicBezTo>
                <a:cubicBezTo>
                  <a:pt x="1130641" y="19927"/>
                  <a:pt x="973925" y="-19083"/>
                  <a:pt x="705688" y="13716"/>
                </a:cubicBezTo>
                <a:cubicBezTo>
                  <a:pt x="437451" y="46515"/>
                  <a:pt x="236989" y="-13738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844813" y="414068"/>
            <a:ext cx="4668251" cy="407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Neural basis investigation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Cultural comparison studies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Long-term stability testing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Application development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Expanding odor-sound matching research to additional molecules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Scale refinement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SzPct val="100000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Deroy (2023); Spence (2020); Yeshurun &amp; Sobel (2010)</a:t>
            </a:r>
            <a:endParaRPr lang="en-US" sz="17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FE8AC52-F68B-A9A8-4AB3-DD879AD9488A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8F2D7CD-80DD-8BD4-C855-5413CEE17120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628650" y="1447038"/>
            <a:ext cx="8513064" cy="364159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Algom, D., &amp; Cain, W. S. (1991). Remembered odors and mental mixtures: Tapping reservoirs of olfactory knowledge.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Journal of Experimental Psychology: Human Perception and Performance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17, 1104-1119.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Algom, D., &amp; 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Fitousi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D. (2016). Half a century of research on Garner interference and the separability-integrality distinction.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Psychological Bulletin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142, 1352-1383.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Anderson, A. K., Christoff, K., 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Stappen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I., Panitz, D., Ghahremani, D. G., Glover, G., &amp; Sobel, N. (2003). Dissociated neural representations of intensity and valence in human olfaction.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Nature Neuroscience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6(2), 196-202.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Ashkenazi, A., &amp; Marks, L. E. (2004). Effect of endogenous attention on detection of weak gustatory and olfactory flavors.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Perception &amp; Psychophysics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66(4), 596-608.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Ba, M., &amp; Kang, J. (2019a). A laboratory study of the sound-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odour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 interaction in urban environments.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Building and Environment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147, 314-326.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Ba, M., Kang, J., &amp; Li, Z. (2020). The effects of sounds and food 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odour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 on crowd 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behaviours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 in urban public open spaces.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Building and Environment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182, 107104.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Belkin, K., Martin, R., Kemp, S. E., &amp; Gilbert, A. N. (1997). Auditory pitch as a perceptual analogue to odor quality.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Psychological Science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8, 340-342.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Cooper, J., &amp; Hutchinson, D. S. (1997).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Plato: Complete works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. Indianapolis, IN: Hackett.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Deroy, O. (2023). Olfactory abstraction: a communicative and metacognitive account.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Philosophical Transactions of the Royal Society B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378(1870), 20210369.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Di Stefano, N., &amp; Spence, C. (2023). Perceptual similarity: Insights from 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crossmodal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 correspondences.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Review of Philosophy and Psychology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15, 997-1026.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" sz="800" dirty="0"/>
              <a:t>Dravnieks, A. (1985, 1992). Atlas of odor character profiles.‏</a:t>
            </a:r>
            <a:endParaRPr lang="en-US" sz="8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Endevelt-Shapira, Y., Shushan, S., Roth, Y., &amp; Sobel, N. (2014). Disinhibition of olfaction: human olfactory performance improves following low levels of alcohol. </a:t>
            </a:r>
            <a:r>
              <a:rPr lang="en-US" sz="800" b="0" i="1" u="none" strike="noStrike" dirty="0" err="1">
                <a:solidFill>
                  <a:schemeClr val="tx1"/>
                </a:solidFill>
                <a:effectLst/>
              </a:rPr>
              <a:t>Behavioural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 Brain Research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272, 66-74.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Garner, W. R. (1974).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The processing of information and structure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. Potomac, MD: Erlbaum.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Gilday, O. D., &amp; Mizrahi, A. (2023). Learning-induced odor modulation of neuronal activity in auditory cortex.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Journal of Neuroscience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43, 1375-1386.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Henning, H. (1916).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Der </a:t>
            </a:r>
            <a:r>
              <a:rPr lang="en-US" sz="800" b="0" i="1" u="none" strike="noStrike" dirty="0" err="1">
                <a:solidFill>
                  <a:schemeClr val="tx1"/>
                </a:solidFill>
                <a:effectLst/>
              </a:rPr>
              <a:t>Geruch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. Leipzig: Barth.</a:t>
            </a:r>
            <a:endParaRPr lang="he-IL" sz="8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" sz="800" dirty="0"/>
              <a:t>Mama, Y., Ben-Haim, M. S., &amp; Algom, D. (2013). When emotion does and does not impair performance: A Garner theory of the emotional Stroop effect. </a:t>
            </a:r>
            <a:r>
              <a:rPr lang="en" sz="800" i="1" dirty="0"/>
              <a:t>Cognition &amp; emotion</a:t>
            </a:r>
            <a:r>
              <a:rPr lang="en" sz="800" dirty="0"/>
              <a:t>, </a:t>
            </a:r>
            <a:r>
              <a:rPr lang="en" sz="800" i="1" dirty="0"/>
              <a:t>27</a:t>
            </a:r>
            <a:r>
              <a:rPr lang="en" sz="800" dirty="0"/>
              <a:t>(4), 589-602.‏</a:t>
            </a:r>
            <a:endParaRPr lang="en-US" sz="8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Marks, L. E. (1978).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The unity of the senses: Interrelations among the modalities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. New York: Academic Press.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Marks, L. E. (1983). Similarities and differences among the senses.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International Journal of Neuroscience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19, 1-12.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Martino, G., &amp; Marks, L. E. (2001). Synesthesia: Strong and weak.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Current Directions in Psychological Science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10, 61-65.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Melara, R. (1989). Dimensional interactions between color and pitch.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Journal of Experimental Psychology: Human Perception and Performance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15, 69-79.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" sz="800" dirty="0"/>
              <a:t>Pansky, A., &amp; Algom, D. (1999). Stroop and Garner effects in comparative judgment of numerals: The role of attention. </a:t>
            </a:r>
            <a:r>
              <a:rPr lang="en" sz="800" i="1" dirty="0"/>
              <a:t>Journal of Experimental Psychology: Human Perception and Performance</a:t>
            </a:r>
            <a:r>
              <a:rPr lang="en" sz="800" dirty="0"/>
              <a:t>, </a:t>
            </a:r>
            <a:r>
              <a:rPr lang="en" sz="800" i="1" dirty="0"/>
              <a:t>25</a:t>
            </a:r>
            <a:r>
              <a:rPr lang="en" sz="800" dirty="0"/>
              <a:t>(1), 39.‏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" sz="800" dirty="0"/>
              <a:t>Pansky, A., &amp; Algom, D. (2002). Comparative judgment of numerosity and numerical magnitude: attention preempts automaticity. </a:t>
            </a:r>
            <a:r>
              <a:rPr lang="en" sz="800" i="1" dirty="0"/>
              <a:t>Journal of Experimental Psychology: Learning, Memory, and Cognition</a:t>
            </a:r>
            <a:r>
              <a:rPr lang="en" sz="800" dirty="0"/>
              <a:t>, </a:t>
            </a:r>
            <a:r>
              <a:rPr lang="en" sz="800" i="1" dirty="0"/>
              <a:t>28</a:t>
            </a:r>
            <a:r>
              <a:rPr lang="en" sz="800" dirty="0"/>
              <a:t>(2), 259.‏</a:t>
            </a:r>
            <a:endParaRPr lang="he-IL" sz="800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700" dirty="0"/>
              <a:t>Schiffman, S. S., &amp; Erickson, R. P. (1971). A psychophysical model for gustatory quality. </a:t>
            </a:r>
            <a:r>
              <a:rPr lang="en-US" sz="700" i="1" dirty="0"/>
              <a:t>Physiology &amp; behavior</a:t>
            </a:r>
            <a:r>
              <a:rPr lang="en-US" sz="700" dirty="0"/>
              <a:t>, </a:t>
            </a:r>
            <a:r>
              <a:rPr lang="en-US" sz="700" i="1" dirty="0"/>
              <a:t>7</a:t>
            </a:r>
            <a:r>
              <a:rPr lang="en-US" sz="700" dirty="0"/>
              <a:t>(4), 617-633.</a:t>
            </a:r>
            <a:r>
              <a:rPr lang="he-IL" sz="700" dirty="0"/>
              <a:t>‏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700" dirty="0"/>
              <a:t>Schiffman, S. S. (1974). Physicochemical Correlates of Olfactory Quality: A series of physicochemical variables are weighted mathematically to predict olfactory quality. </a:t>
            </a:r>
            <a:r>
              <a:rPr lang="en-US" sz="700" i="1" dirty="0"/>
              <a:t>Science</a:t>
            </a:r>
            <a:r>
              <a:rPr lang="en-US" sz="700" dirty="0"/>
              <a:t>, </a:t>
            </a:r>
            <a:r>
              <a:rPr lang="en-US" sz="700" i="1" dirty="0"/>
              <a:t>185</a:t>
            </a:r>
            <a:r>
              <a:rPr lang="en-US" sz="700" dirty="0"/>
              <a:t>(4146), 112-117.</a:t>
            </a:r>
            <a:r>
              <a:rPr lang="he-IL" sz="700"/>
              <a:t>‏</a:t>
            </a:r>
            <a:endParaRPr lang="en-US" sz="800" b="0" i="0" u="none" strike="noStrike" dirty="0">
              <a:solidFill>
                <a:schemeClr val="tx1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Spence, C. (2020). Olfactory-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colour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 </a:t>
            </a: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crossmodal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 correspondences in art, science, and design.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Cognitive Research: Principles and Implications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5, 52.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Stevens, S. S. (1975).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Psychophysics: Introduction to its perceptual, neural and social prospects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. New York: Wiley-Blackwell.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Yeshurun, Y., &amp; Sobel, N. (2010). An odor is not worth a thousand words: From multidimensional odors to unidimensional odor objects.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Annual Review of Psychology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61, 219-241.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Zacharakis, A. (2024). Sonic bouquet: Decoding cross-modal correspondences between timbre and scent.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Music &amp; Science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7, 20592043241274258.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Zacharakis, A. (2025). The poetry of senses: Exploring semantic mediation in timbre-aroma correspondences.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Frontiers in Psychology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16, 1520046.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Zarzo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M. (2008). Psychologic dimensions in the perception of everyday odors: pleasantness and edibility.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Journal of Sensory Studies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23(3), 354-376.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Zellner, D. A. (2013). Color-odor interactions: A review and model.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Chemosensory Perception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6, 155-169.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Zellner, D. A., Bartoli, A. M., &amp; Eckard, R. (1991). Influence of color on odor identification and liking ratings.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The American Journal of Psychology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104, 547-561.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800" b="0" i="0" u="none" strike="noStrike" dirty="0" err="1">
                <a:solidFill>
                  <a:schemeClr val="tx1"/>
                </a:solidFill>
                <a:effectLst/>
              </a:rPr>
              <a:t>Zwaardemaker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, H. (1895). 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Die </a:t>
            </a:r>
            <a:r>
              <a:rPr lang="en-US" sz="800" b="0" i="1" u="none" strike="noStrike" dirty="0" err="1">
                <a:solidFill>
                  <a:schemeClr val="tx1"/>
                </a:solidFill>
                <a:effectLst/>
              </a:rPr>
              <a:t>Physiologie</a:t>
            </a:r>
            <a:r>
              <a:rPr lang="en-US" sz="800" b="0" i="1" u="none" strike="noStrike" dirty="0">
                <a:solidFill>
                  <a:schemeClr val="tx1"/>
                </a:solidFill>
                <a:effectLst/>
              </a:rPr>
              <a:t> des </a:t>
            </a:r>
            <a:r>
              <a:rPr lang="en-US" sz="800" b="0" i="1" u="none" strike="noStrike" dirty="0" err="1">
                <a:solidFill>
                  <a:schemeClr val="tx1"/>
                </a:solidFill>
                <a:effectLst/>
              </a:rPr>
              <a:t>Geruchs</a:t>
            </a:r>
            <a:r>
              <a:rPr lang="en-US" sz="800" b="0" i="0" u="none" strike="noStrike" dirty="0">
                <a:solidFill>
                  <a:schemeClr val="tx1"/>
                </a:solidFill>
                <a:effectLst/>
              </a:rPr>
              <a:t>. Leipzig: Engelmann.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5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11785</TotalTime>
  <Words>2578</Words>
  <Application>Microsoft Macintosh PowerPoint</Application>
  <PresentationFormat>‫הצגה על המסך (16:9)</PresentationFormat>
  <Paragraphs>270</Paragraphs>
  <Slides>30</Slides>
  <Notes>22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33" baseType="lpstr">
      <vt:lpstr>-webkit-standard</vt:lpstr>
      <vt:lpstr>Arial</vt:lpstr>
      <vt:lpstr>Office Theme</vt:lpstr>
      <vt:lpstr>Understanding Odor-Pitch Correspondence </vt:lpstr>
      <vt:lpstr>Introduction- Historical Background - Attempts to Map Odors </vt:lpstr>
      <vt:lpstr>Early Models</vt:lpstr>
      <vt:lpstr>Modern Understanding</vt:lpstr>
      <vt:lpstr>Introduction - The Semantic Challenge</vt:lpstr>
      <vt:lpstr>Introduction - The Measurement Challenge</vt:lpstr>
      <vt:lpstr>Cross-Modal Correspondences</vt:lpstr>
      <vt:lpstr>Current Research Focus</vt:lpstr>
      <vt:lpstr>A1-Experiment Design  and Stimuli</vt:lpstr>
      <vt:lpstr>Illustration By ChatGPT</vt:lpstr>
      <vt:lpstr>Experiment A1 - Experts</vt:lpstr>
      <vt:lpstr>A2-Experiment 2 Design  and Stimuli</vt:lpstr>
      <vt:lpstr>Experiment A2 Results</vt:lpstr>
      <vt:lpstr>A3 - Experiment 3 Design and Stimuli</vt:lpstr>
      <vt:lpstr>Experiment A3 Results</vt:lpstr>
      <vt:lpstr>Study A2 VS Study A3</vt:lpstr>
      <vt:lpstr>Key Findings</vt:lpstr>
      <vt:lpstr>The Research Question, What is the Mechanism?</vt:lpstr>
      <vt:lpstr>Our Hypothesis: Sensory-Perceptual Integration</vt:lpstr>
      <vt:lpstr>From Theory to Empirical Testing </vt:lpstr>
      <vt:lpstr>Understanding Garner Paradigm</vt:lpstr>
      <vt:lpstr>Garner Paradigm Details</vt:lpstr>
      <vt:lpstr>Why Garner’s Paradigm? </vt:lpstr>
      <vt:lpstr>Empirical Testing with Garner’s Paradigm</vt:lpstr>
      <vt:lpstr>Garner’s Paradigm &amp; Stroop Effect</vt:lpstr>
      <vt:lpstr>Theoretical Implications</vt:lpstr>
      <vt:lpstr>Limitations</vt:lpstr>
      <vt:lpstr>Practical Applications</vt:lpstr>
      <vt:lpstr>Future Research Directions</vt:lpstr>
      <vt:lpstr>References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Odor-Pitch Interactions: Developing a Scale for Odors</dc:title>
  <dc:subject>PptxGenJS Presentation</dc:subject>
  <dc:creator>PptxGenJS</dc:creator>
  <cp:lastModifiedBy>אביתר כהן</cp:lastModifiedBy>
  <cp:revision>108</cp:revision>
  <dcterms:created xsi:type="dcterms:W3CDTF">2025-02-11T10:52:36Z</dcterms:created>
  <dcterms:modified xsi:type="dcterms:W3CDTF">2025-11-20T15:24:18Z</dcterms:modified>
</cp:coreProperties>
</file>